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8"/>
  </p:notes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62" r:id="rId9"/>
    <p:sldId id="267" r:id="rId10"/>
    <p:sldId id="268" r:id="rId11"/>
    <p:sldId id="269" r:id="rId12"/>
    <p:sldId id="266" r:id="rId13"/>
    <p:sldId id="263" r:id="rId14"/>
    <p:sldId id="264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15A711-CC72-4387-BB0A-8242ED3CE805}" v="185" dt="2026-07-08T08:25:33.5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birupa chakraborty" userId="7f6d642da1f92db3" providerId="LiveId" clId="{6ACF9667-79CA-47C0-9C11-E8D2AB681553}"/>
    <pc:docChg chg="undo custSel addSld delSld modSld">
      <pc:chgData name="Debirupa chakraborty" userId="7f6d642da1f92db3" providerId="LiveId" clId="{6ACF9667-79CA-47C0-9C11-E8D2AB681553}" dt="2026-07-08T08:26:30.308" v="2931" actId="1076"/>
      <pc:docMkLst>
        <pc:docMk/>
      </pc:docMkLst>
      <pc:sldChg chg="addSp delSp modSp mod">
        <pc:chgData name="Debirupa chakraborty" userId="7f6d642da1f92db3" providerId="LiveId" clId="{6ACF9667-79CA-47C0-9C11-E8D2AB681553}" dt="2026-06-30T17:32:09.534" v="2200" actId="1076"/>
        <pc:sldMkLst>
          <pc:docMk/>
          <pc:sldMk cId="1682994951" sldId="256"/>
        </pc:sldMkLst>
        <pc:spChg chg="add del mod">
          <ac:chgData name="Debirupa chakraborty" userId="7f6d642da1f92db3" providerId="LiveId" clId="{6ACF9667-79CA-47C0-9C11-E8D2AB681553}" dt="2026-06-30T17:30:16.764" v="2194" actId="47"/>
          <ac:spMkLst>
            <pc:docMk/>
            <pc:sldMk cId="1682994951" sldId="256"/>
            <ac:spMk id="3" creationId="{7DC87167-EDB8-724B-0AB2-FE70E0A0079C}"/>
          </ac:spMkLst>
        </pc:spChg>
        <pc:spChg chg="add mod">
          <ac:chgData name="Debirupa chakraborty" userId="7f6d642da1f92db3" providerId="LiveId" clId="{6ACF9667-79CA-47C0-9C11-E8D2AB681553}" dt="2026-06-25T17:28:32.539" v="139" actId="20577"/>
          <ac:spMkLst>
            <pc:docMk/>
            <pc:sldMk cId="1682994951" sldId="256"/>
            <ac:spMk id="4" creationId="{84C3C020-F20A-FDA5-107A-4D55CC0ABACB}"/>
          </ac:spMkLst>
        </pc:spChg>
        <pc:spChg chg="add mod">
          <ac:chgData name="Debirupa chakraborty" userId="7f6d642da1f92db3" providerId="LiveId" clId="{6ACF9667-79CA-47C0-9C11-E8D2AB681553}" dt="2026-06-30T17:32:01.648" v="2199" actId="1076"/>
          <ac:spMkLst>
            <pc:docMk/>
            <pc:sldMk cId="1682994951" sldId="256"/>
            <ac:spMk id="5" creationId="{E8A051F7-57B1-3A38-68B0-E042580F9736}"/>
          </ac:spMkLst>
        </pc:spChg>
        <pc:spChg chg="add mod">
          <ac:chgData name="Debirupa chakraborty" userId="7f6d642da1f92db3" providerId="LiveId" clId="{6ACF9667-79CA-47C0-9C11-E8D2AB681553}" dt="2026-06-30T17:32:09.534" v="2200" actId="1076"/>
          <ac:spMkLst>
            <pc:docMk/>
            <pc:sldMk cId="1682994951" sldId="256"/>
            <ac:spMk id="8" creationId="{1433D942-0B12-D8AC-5140-B5E4144E06D7}"/>
          </ac:spMkLst>
        </pc:spChg>
        <pc:picChg chg="add mod">
          <ac:chgData name="Debirupa chakraborty" userId="7f6d642da1f92db3" providerId="LiveId" clId="{6ACF9667-79CA-47C0-9C11-E8D2AB681553}" dt="2026-06-30T17:29:16.834" v="2189" actId="1076"/>
          <ac:picMkLst>
            <pc:docMk/>
            <pc:sldMk cId="1682994951" sldId="256"/>
            <ac:picMk id="6" creationId="{A4585629-3794-70B6-EE8A-0EA517DE8063}"/>
          </ac:picMkLst>
        </pc:picChg>
      </pc:sldChg>
      <pc:sldChg chg="addSp delSp modSp mod">
        <pc:chgData name="Debirupa chakraborty" userId="7f6d642da1f92db3" providerId="LiveId" clId="{6ACF9667-79CA-47C0-9C11-E8D2AB681553}" dt="2026-07-05T17:48:50.900" v="2810" actId="115"/>
        <pc:sldMkLst>
          <pc:docMk/>
          <pc:sldMk cId="4290705946" sldId="257"/>
        </pc:sldMkLst>
        <pc:spChg chg="add mod">
          <ac:chgData name="Debirupa chakraborty" userId="7f6d642da1f92db3" providerId="LiveId" clId="{6ACF9667-79CA-47C0-9C11-E8D2AB681553}" dt="2026-07-05T15:14:45.770" v="2450" actId="255"/>
          <ac:spMkLst>
            <pc:docMk/>
            <pc:sldMk cId="4290705946" sldId="257"/>
            <ac:spMk id="2" creationId="{12B8213C-AA36-547E-81D9-4354A9AC86D9}"/>
          </ac:spMkLst>
        </pc:spChg>
        <pc:spChg chg="add mod">
          <ac:chgData name="Debirupa chakraborty" userId="7f6d642da1f92db3" providerId="LiveId" clId="{6ACF9667-79CA-47C0-9C11-E8D2AB681553}" dt="2026-07-05T14:50:51.128" v="2382" actId="1076"/>
          <ac:spMkLst>
            <pc:docMk/>
            <pc:sldMk cId="4290705946" sldId="257"/>
            <ac:spMk id="3" creationId="{E730767D-5946-7E69-F561-5760BCE750C2}"/>
          </ac:spMkLst>
        </pc:spChg>
        <pc:spChg chg="add mod">
          <ac:chgData name="Debirupa chakraborty" userId="7f6d642da1f92db3" providerId="LiveId" clId="{6ACF9667-79CA-47C0-9C11-E8D2AB681553}" dt="2026-07-05T14:54:02.989" v="2411" actId="1076"/>
          <ac:spMkLst>
            <pc:docMk/>
            <pc:sldMk cId="4290705946" sldId="257"/>
            <ac:spMk id="8" creationId="{AB4176DD-5AED-7F1D-1681-42D7B40601DC}"/>
          </ac:spMkLst>
        </pc:spChg>
        <pc:spChg chg="add mod">
          <ac:chgData name="Debirupa chakraborty" userId="7f6d642da1f92db3" providerId="LiveId" clId="{6ACF9667-79CA-47C0-9C11-E8D2AB681553}" dt="2026-07-05T14:53:57.542" v="2410" actId="1076"/>
          <ac:spMkLst>
            <pc:docMk/>
            <pc:sldMk cId="4290705946" sldId="257"/>
            <ac:spMk id="12" creationId="{F594CC35-42B0-4721-AD67-3406273A5B2A}"/>
          </ac:spMkLst>
        </pc:spChg>
        <pc:spChg chg="add mod">
          <ac:chgData name="Debirupa chakraborty" userId="7f6d642da1f92db3" providerId="LiveId" clId="{6ACF9667-79CA-47C0-9C11-E8D2AB681553}" dt="2026-07-05T14:53:45.725" v="2408" actId="1076"/>
          <ac:spMkLst>
            <pc:docMk/>
            <pc:sldMk cId="4290705946" sldId="257"/>
            <ac:spMk id="13" creationId="{310E9381-D452-4CC6-C191-F5CD486D1E14}"/>
          </ac:spMkLst>
        </pc:spChg>
        <pc:spChg chg="add mod">
          <ac:chgData name="Debirupa chakraborty" userId="7f6d642da1f92db3" providerId="LiveId" clId="{6ACF9667-79CA-47C0-9C11-E8D2AB681553}" dt="2026-06-30T12:02:11.224" v="2057" actId="20577"/>
          <ac:spMkLst>
            <pc:docMk/>
            <pc:sldMk cId="4290705946" sldId="257"/>
            <ac:spMk id="14" creationId="{C5EB3E96-9409-706F-152F-3DFAC56EC4E0}"/>
          </ac:spMkLst>
        </pc:spChg>
        <pc:spChg chg="add mod">
          <ac:chgData name="Debirupa chakraborty" userId="7f6d642da1f92db3" providerId="LiveId" clId="{6ACF9667-79CA-47C0-9C11-E8D2AB681553}" dt="2026-07-05T14:39:40.746" v="2247" actId="1076"/>
          <ac:spMkLst>
            <pc:docMk/>
            <pc:sldMk cId="4290705946" sldId="257"/>
            <ac:spMk id="15" creationId="{7BD70BCA-7FCF-BCF9-6A97-10843879E8DF}"/>
          </ac:spMkLst>
        </pc:spChg>
        <pc:spChg chg="add mod">
          <ac:chgData name="Debirupa chakraborty" userId="7f6d642da1f92db3" providerId="LiveId" clId="{6ACF9667-79CA-47C0-9C11-E8D2AB681553}" dt="2026-07-05T14:40:58.083" v="2257" actId="1076"/>
          <ac:spMkLst>
            <pc:docMk/>
            <pc:sldMk cId="4290705946" sldId="257"/>
            <ac:spMk id="18" creationId="{09A4BBB2-01D0-F2CB-5DEE-B62AA8BD58E1}"/>
          </ac:spMkLst>
        </pc:spChg>
        <pc:spChg chg="add mod">
          <ac:chgData name="Debirupa chakraborty" userId="7f6d642da1f92db3" providerId="LiveId" clId="{6ACF9667-79CA-47C0-9C11-E8D2AB681553}" dt="2026-07-05T14:54:34.524" v="2415" actId="1076"/>
          <ac:spMkLst>
            <pc:docMk/>
            <pc:sldMk cId="4290705946" sldId="257"/>
            <ac:spMk id="19" creationId="{FFBCB454-CBDA-F2B3-D9F8-8F1968751F2A}"/>
          </ac:spMkLst>
        </pc:spChg>
        <pc:spChg chg="add mod">
          <ac:chgData name="Debirupa chakraborty" userId="7f6d642da1f92db3" providerId="LiveId" clId="{6ACF9667-79CA-47C0-9C11-E8D2AB681553}" dt="2026-07-05T14:54:19.527" v="2413" actId="1076"/>
          <ac:spMkLst>
            <pc:docMk/>
            <pc:sldMk cId="4290705946" sldId="257"/>
            <ac:spMk id="21" creationId="{972A8BD1-4FCA-03DF-F1B6-7453D0295B63}"/>
          </ac:spMkLst>
        </pc:spChg>
        <pc:spChg chg="add mod">
          <ac:chgData name="Debirupa chakraborty" userId="7f6d642da1f92db3" providerId="LiveId" clId="{6ACF9667-79CA-47C0-9C11-E8D2AB681553}" dt="2026-07-05T14:54:46.517" v="2417" actId="1076"/>
          <ac:spMkLst>
            <pc:docMk/>
            <pc:sldMk cId="4290705946" sldId="257"/>
            <ac:spMk id="23" creationId="{5EC0DCC6-8561-5CDE-BBF2-71AD8D0B4AC0}"/>
          </ac:spMkLst>
        </pc:spChg>
        <pc:spChg chg="add mod">
          <ac:chgData name="Debirupa chakraborty" userId="7f6d642da1f92db3" providerId="LiveId" clId="{6ACF9667-79CA-47C0-9C11-E8D2AB681553}" dt="2026-07-05T17:46:19.322" v="2792" actId="1076"/>
          <ac:spMkLst>
            <pc:docMk/>
            <pc:sldMk cId="4290705946" sldId="257"/>
            <ac:spMk id="24" creationId="{2E4B1447-9862-3E16-350C-A08416E1E368}"/>
          </ac:spMkLst>
        </pc:spChg>
        <pc:spChg chg="add mod">
          <ac:chgData name="Debirupa chakraborty" userId="7f6d642da1f92db3" providerId="LiveId" clId="{6ACF9667-79CA-47C0-9C11-E8D2AB681553}" dt="2026-07-05T15:12:29.687" v="2434" actId="1076"/>
          <ac:spMkLst>
            <pc:docMk/>
            <pc:sldMk cId="4290705946" sldId="257"/>
            <ac:spMk id="25" creationId="{FD9E64B9-07A0-2783-49F0-D8305C833F6B}"/>
          </ac:spMkLst>
        </pc:spChg>
        <pc:spChg chg="add mod">
          <ac:chgData name="Debirupa chakraborty" userId="7f6d642da1f92db3" providerId="LiveId" clId="{6ACF9667-79CA-47C0-9C11-E8D2AB681553}" dt="2026-07-05T17:42:33.607" v="2757" actId="1076"/>
          <ac:spMkLst>
            <pc:docMk/>
            <pc:sldMk cId="4290705946" sldId="257"/>
            <ac:spMk id="26" creationId="{A118F9C9-B8C1-87D7-5EDE-EDDF3C2EC8A9}"/>
          </ac:spMkLst>
        </pc:spChg>
        <pc:spChg chg="add mod">
          <ac:chgData name="Debirupa chakraborty" userId="7f6d642da1f92db3" providerId="LiveId" clId="{6ACF9667-79CA-47C0-9C11-E8D2AB681553}" dt="2026-07-05T15:12:34.179" v="2435" actId="1076"/>
          <ac:spMkLst>
            <pc:docMk/>
            <pc:sldMk cId="4290705946" sldId="257"/>
            <ac:spMk id="27" creationId="{9CC44A0B-7614-D412-4E46-1963D4F8E015}"/>
          </ac:spMkLst>
        </pc:spChg>
        <pc:spChg chg="add mod">
          <ac:chgData name="Debirupa chakraborty" userId="7f6d642da1f92db3" providerId="LiveId" clId="{6ACF9667-79CA-47C0-9C11-E8D2AB681553}" dt="2026-07-05T14:55:06.946" v="2419" actId="1076"/>
          <ac:spMkLst>
            <pc:docMk/>
            <pc:sldMk cId="4290705946" sldId="257"/>
            <ac:spMk id="28" creationId="{31A3194B-683A-81A9-3FC3-F5780F424006}"/>
          </ac:spMkLst>
        </pc:spChg>
        <pc:spChg chg="add mod">
          <ac:chgData name="Debirupa chakraborty" userId="7f6d642da1f92db3" providerId="LiveId" clId="{6ACF9667-79CA-47C0-9C11-E8D2AB681553}" dt="2026-07-05T17:42:27.340" v="2756" actId="255"/>
          <ac:spMkLst>
            <pc:docMk/>
            <pc:sldMk cId="4290705946" sldId="257"/>
            <ac:spMk id="29" creationId="{E4BA74B4-06AC-8969-6CC7-59FE03F94357}"/>
          </ac:spMkLst>
        </pc:spChg>
        <pc:spChg chg="add mod">
          <ac:chgData name="Debirupa chakraborty" userId="7f6d642da1f92db3" providerId="LiveId" clId="{6ACF9667-79CA-47C0-9C11-E8D2AB681553}" dt="2026-07-05T17:43:37.284" v="2764" actId="1076"/>
          <ac:spMkLst>
            <pc:docMk/>
            <pc:sldMk cId="4290705946" sldId="257"/>
            <ac:spMk id="30" creationId="{AB74432A-4C6E-BE83-002D-8B7AADFC5C03}"/>
          </ac:spMkLst>
        </pc:spChg>
        <pc:spChg chg="add mod">
          <ac:chgData name="Debirupa chakraborty" userId="7f6d642da1f92db3" providerId="LiveId" clId="{6ACF9667-79CA-47C0-9C11-E8D2AB681553}" dt="2026-07-05T17:44:25.003" v="2770" actId="1076"/>
          <ac:spMkLst>
            <pc:docMk/>
            <pc:sldMk cId="4290705946" sldId="257"/>
            <ac:spMk id="31" creationId="{3365E4CA-B870-3B5C-2B28-661978364DF9}"/>
          </ac:spMkLst>
        </pc:spChg>
        <pc:spChg chg="add mod">
          <ac:chgData name="Debirupa chakraborty" userId="7f6d642da1f92db3" providerId="LiveId" clId="{6ACF9667-79CA-47C0-9C11-E8D2AB681553}" dt="2026-07-05T17:46:05.799" v="2791" actId="1076"/>
          <ac:spMkLst>
            <pc:docMk/>
            <pc:sldMk cId="4290705946" sldId="257"/>
            <ac:spMk id="33" creationId="{E566F0B5-1B87-7888-D29C-2F7BF10FDCE7}"/>
          </ac:spMkLst>
        </pc:spChg>
        <pc:spChg chg="add mod">
          <ac:chgData name="Debirupa chakraborty" userId="7f6d642da1f92db3" providerId="LiveId" clId="{6ACF9667-79CA-47C0-9C11-E8D2AB681553}" dt="2026-07-05T17:48:50.900" v="2810" actId="115"/>
          <ac:spMkLst>
            <pc:docMk/>
            <pc:sldMk cId="4290705946" sldId="257"/>
            <ac:spMk id="34" creationId="{BF0E4C33-7E61-62F3-4F58-6B7F051605D2}"/>
          </ac:spMkLst>
        </pc:spChg>
      </pc:sldChg>
      <pc:sldChg chg="addSp delSp modSp mod">
        <pc:chgData name="Debirupa chakraborty" userId="7f6d642da1f92db3" providerId="LiveId" clId="{6ACF9667-79CA-47C0-9C11-E8D2AB681553}" dt="2026-06-30T11:41:20.679" v="1959" actId="1076"/>
        <pc:sldMkLst>
          <pc:docMk/>
          <pc:sldMk cId="919084207" sldId="258"/>
        </pc:sldMkLst>
        <pc:spChg chg="add mod">
          <ac:chgData name="Debirupa chakraborty" userId="7f6d642da1f92db3" providerId="LiveId" clId="{6ACF9667-79CA-47C0-9C11-E8D2AB681553}" dt="2026-06-30T11:39:09.396" v="1941" actId="1076"/>
          <ac:spMkLst>
            <pc:docMk/>
            <pc:sldMk cId="919084207" sldId="258"/>
            <ac:spMk id="2" creationId="{1DCAA362-6A10-5DD6-391D-007699FA85AE}"/>
          </ac:spMkLst>
        </pc:spChg>
        <pc:spChg chg="add mod">
          <ac:chgData name="Debirupa chakraborty" userId="7f6d642da1f92db3" providerId="LiveId" clId="{6ACF9667-79CA-47C0-9C11-E8D2AB681553}" dt="2026-06-30T11:40:18.517" v="1957" actId="313"/>
          <ac:spMkLst>
            <pc:docMk/>
            <pc:sldMk cId="919084207" sldId="258"/>
            <ac:spMk id="3" creationId="{1413AC76-A25C-8968-997A-83CF206CAB3B}"/>
          </ac:spMkLst>
        </pc:spChg>
        <pc:picChg chg="add mod">
          <ac:chgData name="Debirupa chakraborty" userId="7f6d642da1f92db3" providerId="LiveId" clId="{6ACF9667-79CA-47C0-9C11-E8D2AB681553}" dt="2026-06-30T11:41:20.679" v="1959" actId="1076"/>
          <ac:picMkLst>
            <pc:docMk/>
            <pc:sldMk cId="919084207" sldId="258"/>
            <ac:picMk id="5" creationId="{1F57F142-D12F-5A14-1998-4C38E3260491}"/>
          </ac:picMkLst>
        </pc:picChg>
      </pc:sldChg>
      <pc:sldChg chg="addSp delSp modSp mod modNotesTx">
        <pc:chgData name="Debirupa chakraborty" userId="7f6d642da1f92db3" providerId="LiveId" clId="{6ACF9667-79CA-47C0-9C11-E8D2AB681553}" dt="2026-06-25T17:52:41.265" v="531" actId="255"/>
        <pc:sldMkLst>
          <pc:docMk/>
          <pc:sldMk cId="4027279559" sldId="259"/>
        </pc:sldMkLst>
        <pc:spChg chg="add mod">
          <ac:chgData name="Debirupa chakraborty" userId="7f6d642da1f92db3" providerId="LiveId" clId="{6ACF9667-79CA-47C0-9C11-E8D2AB681553}" dt="2026-06-25T17:48:25.034" v="402" actId="255"/>
          <ac:spMkLst>
            <pc:docMk/>
            <pc:sldMk cId="4027279559" sldId="259"/>
            <ac:spMk id="3" creationId="{7D621B2C-451C-4F0B-D54E-AEAA7C140A0A}"/>
          </ac:spMkLst>
        </pc:spChg>
        <pc:spChg chg="add mod">
          <ac:chgData name="Debirupa chakraborty" userId="7f6d642da1f92db3" providerId="LiveId" clId="{6ACF9667-79CA-47C0-9C11-E8D2AB681553}" dt="2026-06-25T17:52:41.265" v="531" actId="255"/>
          <ac:spMkLst>
            <pc:docMk/>
            <pc:sldMk cId="4027279559" sldId="259"/>
            <ac:spMk id="4" creationId="{1BD4A5BB-A5BC-9305-4F68-6F27CE632530}"/>
          </ac:spMkLst>
        </pc:spChg>
      </pc:sldChg>
      <pc:sldChg chg="addSp delSp modSp mod">
        <pc:chgData name="Debirupa chakraborty" userId="7f6d642da1f92db3" providerId="LiveId" clId="{6ACF9667-79CA-47C0-9C11-E8D2AB681553}" dt="2026-06-29T17:34:28.964" v="1161" actId="1076"/>
        <pc:sldMkLst>
          <pc:docMk/>
          <pc:sldMk cId="3597655936" sldId="260"/>
        </pc:sldMkLst>
        <pc:spChg chg="add mod">
          <ac:chgData name="Debirupa chakraborty" userId="7f6d642da1f92db3" providerId="LiveId" clId="{6ACF9667-79CA-47C0-9C11-E8D2AB681553}" dt="2026-06-25T17:55:40.618" v="568" actId="122"/>
          <ac:spMkLst>
            <pc:docMk/>
            <pc:sldMk cId="3597655936" sldId="260"/>
            <ac:spMk id="2" creationId="{CA06878C-5509-F3A9-9C9A-B0D520E5653D}"/>
          </ac:spMkLst>
        </pc:spChg>
        <pc:spChg chg="add mod">
          <ac:chgData name="Debirupa chakraborty" userId="7f6d642da1f92db3" providerId="LiveId" clId="{6ACF9667-79CA-47C0-9C11-E8D2AB681553}" dt="2026-06-29T17:34:28.964" v="1161" actId="1076"/>
          <ac:spMkLst>
            <pc:docMk/>
            <pc:sldMk cId="3597655936" sldId="260"/>
            <ac:spMk id="3" creationId="{008521FE-A6F0-04E9-524F-82933CF37386}"/>
          </ac:spMkLst>
        </pc:spChg>
        <pc:picChg chg="add mod">
          <ac:chgData name="Debirupa chakraborty" userId="7f6d642da1f92db3" providerId="LiveId" clId="{6ACF9667-79CA-47C0-9C11-E8D2AB681553}" dt="2026-06-29T17:34:25.316" v="1160" actId="1076"/>
          <ac:picMkLst>
            <pc:docMk/>
            <pc:sldMk cId="3597655936" sldId="260"/>
            <ac:picMk id="6" creationId="{9E0E77F8-18EF-CDE1-1D51-CE49A92B429B}"/>
          </ac:picMkLst>
        </pc:picChg>
      </pc:sldChg>
      <pc:sldChg chg="addSp modSp mod">
        <pc:chgData name="Debirupa chakraborty" userId="7f6d642da1f92db3" providerId="LiveId" clId="{6ACF9667-79CA-47C0-9C11-E8D2AB681553}" dt="2026-06-29T17:13:06.117" v="790" actId="207"/>
        <pc:sldMkLst>
          <pc:docMk/>
          <pc:sldMk cId="1048279470" sldId="261"/>
        </pc:sldMkLst>
        <pc:spChg chg="add mod">
          <ac:chgData name="Debirupa chakraborty" userId="7f6d642da1f92db3" providerId="LiveId" clId="{6ACF9667-79CA-47C0-9C11-E8D2AB681553}" dt="2026-06-29T17:10:51.948" v="698" actId="255"/>
          <ac:spMkLst>
            <pc:docMk/>
            <pc:sldMk cId="1048279470" sldId="261"/>
            <ac:spMk id="2" creationId="{61B210D3-3670-2A4A-A062-34F52E809146}"/>
          </ac:spMkLst>
        </pc:spChg>
        <pc:spChg chg="add mod">
          <ac:chgData name="Debirupa chakraborty" userId="7f6d642da1f92db3" providerId="LiveId" clId="{6ACF9667-79CA-47C0-9C11-E8D2AB681553}" dt="2026-06-29T17:13:06.117" v="790" actId="207"/>
          <ac:spMkLst>
            <pc:docMk/>
            <pc:sldMk cId="1048279470" sldId="261"/>
            <ac:spMk id="3" creationId="{B5CC0DF8-27E2-6D79-2D9B-773DA85940AF}"/>
          </ac:spMkLst>
        </pc:spChg>
      </pc:sldChg>
      <pc:sldChg chg="addSp delSp modSp mod">
        <pc:chgData name="Debirupa chakraborty" userId="7f6d642da1f92db3" providerId="LiveId" clId="{6ACF9667-79CA-47C0-9C11-E8D2AB681553}" dt="2026-07-05T17:36:16.861" v="2626" actId="1076"/>
        <pc:sldMkLst>
          <pc:docMk/>
          <pc:sldMk cId="4168732575" sldId="262"/>
        </pc:sldMkLst>
        <pc:spChg chg="add mod">
          <ac:chgData name="Debirupa chakraborty" userId="7f6d642da1f92db3" providerId="LiveId" clId="{6ACF9667-79CA-47C0-9C11-E8D2AB681553}" dt="2026-06-29T18:06:57.581" v="1920" actId="207"/>
          <ac:spMkLst>
            <pc:docMk/>
            <pc:sldMk cId="4168732575" sldId="262"/>
            <ac:spMk id="2" creationId="{1F172E25-CD24-1F10-1E52-CA0A9F259F29}"/>
          </ac:spMkLst>
        </pc:spChg>
        <pc:spChg chg="add mod">
          <ac:chgData name="Debirupa chakraborty" userId="7f6d642da1f92db3" providerId="LiveId" clId="{6ACF9667-79CA-47C0-9C11-E8D2AB681553}" dt="2026-07-05T17:33:10.259" v="2578" actId="20577"/>
          <ac:spMkLst>
            <pc:docMk/>
            <pc:sldMk cId="4168732575" sldId="262"/>
            <ac:spMk id="3" creationId="{6C6445AD-2CC9-5FEB-903E-C31CD18AB7E6}"/>
          </ac:spMkLst>
        </pc:spChg>
        <pc:spChg chg="add mod">
          <ac:chgData name="Debirupa chakraborty" userId="7f6d642da1f92db3" providerId="LiveId" clId="{6ACF9667-79CA-47C0-9C11-E8D2AB681553}" dt="2026-07-05T17:36:16.861" v="2626" actId="1076"/>
          <ac:spMkLst>
            <pc:docMk/>
            <pc:sldMk cId="4168732575" sldId="262"/>
            <ac:spMk id="4" creationId="{8787D59C-2CA5-9C39-B95E-D230C348EA0E}"/>
          </ac:spMkLst>
        </pc:spChg>
        <pc:picChg chg="add mod">
          <ac:chgData name="Debirupa chakraborty" userId="7f6d642da1f92db3" providerId="LiveId" clId="{6ACF9667-79CA-47C0-9C11-E8D2AB681553}" dt="2026-07-05T17:36:10.368" v="2625" actId="1076"/>
          <ac:picMkLst>
            <pc:docMk/>
            <pc:sldMk cId="4168732575" sldId="262"/>
            <ac:picMk id="7" creationId="{EA54DFE7-F97E-850B-4D26-1EB6185FF048}"/>
          </ac:picMkLst>
        </pc:picChg>
      </pc:sldChg>
      <pc:sldChg chg="addSp delSp modSp new mod">
        <pc:chgData name="Debirupa chakraborty" userId="7f6d642da1f92db3" providerId="LiveId" clId="{6ACF9667-79CA-47C0-9C11-E8D2AB681553}" dt="2026-07-05T17:21:56.761" v="2489" actId="14100"/>
        <pc:sldMkLst>
          <pc:docMk/>
          <pc:sldMk cId="1943881987" sldId="263"/>
        </pc:sldMkLst>
        <pc:spChg chg="add mod">
          <ac:chgData name="Debirupa chakraborty" userId="7f6d642da1f92db3" providerId="LiveId" clId="{6ACF9667-79CA-47C0-9C11-E8D2AB681553}" dt="2026-07-05T17:15:59.527" v="2473" actId="14100"/>
          <ac:spMkLst>
            <pc:docMk/>
            <pc:sldMk cId="1943881987" sldId="263"/>
            <ac:spMk id="4" creationId="{5F55A458-F193-D143-E716-C70F8B21F5FA}"/>
          </ac:spMkLst>
        </pc:spChg>
        <pc:picChg chg="add mod">
          <ac:chgData name="Debirupa chakraborty" userId="7f6d642da1f92db3" providerId="LiveId" clId="{6ACF9667-79CA-47C0-9C11-E8D2AB681553}" dt="2026-07-05T17:21:56.761" v="2489" actId="14100"/>
          <ac:picMkLst>
            <pc:docMk/>
            <pc:sldMk cId="1943881987" sldId="263"/>
            <ac:picMk id="8" creationId="{838CBF53-F48B-34CE-927E-765CD1D4E9DD}"/>
          </ac:picMkLst>
        </pc:picChg>
      </pc:sldChg>
      <pc:sldChg chg="addSp delSp modSp new mod">
        <pc:chgData name="Debirupa chakraborty" userId="7f6d642da1f92db3" providerId="LiveId" clId="{6ACF9667-79CA-47C0-9C11-E8D2AB681553}" dt="2026-07-05T17:45:20.146" v="2786" actId="20577"/>
        <pc:sldMkLst>
          <pc:docMk/>
          <pc:sldMk cId="2392176318" sldId="264"/>
        </pc:sldMkLst>
        <pc:spChg chg="add mod">
          <ac:chgData name="Debirupa chakraborty" userId="7f6d642da1f92db3" providerId="LiveId" clId="{6ACF9667-79CA-47C0-9C11-E8D2AB681553}" dt="2026-07-05T17:45:20.146" v="2786" actId="20577"/>
          <ac:spMkLst>
            <pc:docMk/>
            <pc:sldMk cId="2392176318" sldId="264"/>
            <ac:spMk id="5" creationId="{B848FF14-6729-BF93-FA97-691C3777DCC5}"/>
          </ac:spMkLst>
        </pc:spChg>
      </pc:sldChg>
      <pc:sldChg chg="addSp modSp new mod">
        <pc:chgData name="Debirupa chakraborty" userId="7f6d642da1f92db3" providerId="LiveId" clId="{6ACF9667-79CA-47C0-9C11-E8D2AB681553}" dt="2026-07-05T17:26:13.396" v="2500" actId="20577"/>
        <pc:sldMkLst>
          <pc:docMk/>
          <pc:sldMk cId="2129703147" sldId="266"/>
        </pc:sldMkLst>
        <pc:spChg chg="add mod">
          <ac:chgData name="Debirupa chakraborty" userId="7f6d642da1f92db3" providerId="LiveId" clId="{6ACF9667-79CA-47C0-9C11-E8D2AB681553}" dt="2026-07-05T17:26:13.396" v="2500" actId="20577"/>
          <ac:spMkLst>
            <pc:docMk/>
            <pc:sldMk cId="2129703147" sldId="266"/>
            <ac:spMk id="3" creationId="{1A5BB456-4A7D-1D2C-6C3F-C0902FA5F0C9}"/>
          </ac:spMkLst>
        </pc:spChg>
      </pc:sldChg>
      <pc:sldChg chg="addSp modSp new mod">
        <pc:chgData name="Debirupa chakraborty" userId="7f6d642da1f92db3" providerId="LiveId" clId="{6ACF9667-79CA-47C0-9C11-E8D2AB681553}" dt="2026-07-05T17:40:30.602" v="2728" actId="255"/>
        <pc:sldMkLst>
          <pc:docMk/>
          <pc:sldMk cId="1804704655" sldId="267"/>
        </pc:sldMkLst>
        <pc:spChg chg="add mod">
          <ac:chgData name="Debirupa chakraborty" userId="7f6d642da1f92db3" providerId="LiveId" clId="{6ACF9667-79CA-47C0-9C11-E8D2AB681553}" dt="2026-07-05T17:40:30.602" v="2728" actId="255"/>
          <ac:spMkLst>
            <pc:docMk/>
            <pc:sldMk cId="1804704655" sldId="267"/>
            <ac:spMk id="3" creationId="{4084D800-6FD9-1DAB-36E5-7C7325E2DE97}"/>
          </ac:spMkLst>
        </pc:spChg>
        <pc:picChg chg="add mod">
          <ac:chgData name="Debirupa chakraborty" userId="7f6d642da1f92db3" providerId="LiveId" clId="{6ACF9667-79CA-47C0-9C11-E8D2AB681553}" dt="2026-07-05T17:30:49.867" v="2522" actId="14100"/>
          <ac:picMkLst>
            <pc:docMk/>
            <pc:sldMk cId="1804704655" sldId="267"/>
            <ac:picMk id="2" creationId="{81937143-0DC3-05AC-DADB-373DDFCFE081}"/>
          </ac:picMkLst>
        </pc:picChg>
      </pc:sldChg>
      <pc:sldChg chg="addSp modSp new mod">
        <pc:chgData name="Debirupa chakraborty" userId="7f6d642da1f92db3" providerId="LiveId" clId="{6ACF9667-79CA-47C0-9C11-E8D2AB681553}" dt="2026-07-05T17:39:01.944" v="2658" actId="1076"/>
        <pc:sldMkLst>
          <pc:docMk/>
          <pc:sldMk cId="454361133" sldId="268"/>
        </pc:sldMkLst>
        <pc:spChg chg="add mod">
          <ac:chgData name="Debirupa chakraborty" userId="7f6d642da1f92db3" providerId="LiveId" clId="{6ACF9667-79CA-47C0-9C11-E8D2AB681553}" dt="2026-07-05T17:38:57.875" v="2656" actId="1076"/>
          <ac:spMkLst>
            <pc:docMk/>
            <pc:sldMk cId="454361133" sldId="268"/>
            <ac:spMk id="3" creationId="{8BBD6685-1529-E42C-3073-12A4EFD41545}"/>
          </ac:spMkLst>
        </pc:spChg>
        <pc:picChg chg="add mod">
          <ac:chgData name="Debirupa chakraborty" userId="7f6d642da1f92db3" providerId="LiveId" clId="{6ACF9667-79CA-47C0-9C11-E8D2AB681553}" dt="2026-07-05T17:39:01.944" v="2658" actId="1076"/>
          <ac:picMkLst>
            <pc:docMk/>
            <pc:sldMk cId="454361133" sldId="268"/>
            <ac:picMk id="2" creationId="{49E1D67F-66D7-AA4B-7782-2D47AB5CCDED}"/>
          </ac:picMkLst>
        </pc:picChg>
      </pc:sldChg>
      <pc:sldChg chg="addSp modSp new mod">
        <pc:chgData name="Debirupa chakraborty" userId="7f6d642da1f92db3" providerId="LiveId" clId="{6ACF9667-79CA-47C0-9C11-E8D2AB681553}" dt="2026-07-05T17:52:47.973" v="2860" actId="1076"/>
        <pc:sldMkLst>
          <pc:docMk/>
          <pc:sldMk cId="2262571973" sldId="269"/>
        </pc:sldMkLst>
        <pc:spChg chg="add mod">
          <ac:chgData name="Debirupa chakraborty" userId="7f6d642da1f92db3" providerId="LiveId" clId="{6ACF9667-79CA-47C0-9C11-E8D2AB681553}" dt="2026-07-05T17:52:44.381" v="2859" actId="1076"/>
          <ac:spMkLst>
            <pc:docMk/>
            <pc:sldMk cId="2262571973" sldId="269"/>
            <ac:spMk id="3" creationId="{FDEB6A24-C482-FF46-49FD-62DBAD4D5673}"/>
          </ac:spMkLst>
        </pc:spChg>
        <pc:picChg chg="add mod">
          <ac:chgData name="Debirupa chakraborty" userId="7f6d642da1f92db3" providerId="LiveId" clId="{6ACF9667-79CA-47C0-9C11-E8D2AB681553}" dt="2026-07-05T17:52:47.973" v="2860" actId="1076"/>
          <ac:picMkLst>
            <pc:docMk/>
            <pc:sldMk cId="2262571973" sldId="269"/>
            <ac:picMk id="2" creationId="{8478412B-F04F-53DF-3CD2-629AAF5DAFEE}"/>
          </ac:picMkLst>
        </pc:picChg>
      </pc:sldChg>
      <pc:sldChg chg="addSp modSp new mod">
        <pc:chgData name="Debirupa chakraborty" userId="7f6d642da1f92db3" providerId="LiveId" clId="{6ACF9667-79CA-47C0-9C11-E8D2AB681553}" dt="2026-07-05T17:50:49.322" v="2819" actId="20577"/>
        <pc:sldMkLst>
          <pc:docMk/>
          <pc:sldMk cId="3993852782" sldId="270"/>
        </pc:sldMkLst>
        <pc:spChg chg="add mod">
          <ac:chgData name="Debirupa chakraborty" userId="7f6d642da1f92db3" providerId="LiveId" clId="{6ACF9667-79CA-47C0-9C11-E8D2AB681553}" dt="2026-07-05T17:50:49.322" v="2819" actId="20577"/>
          <ac:spMkLst>
            <pc:docMk/>
            <pc:sldMk cId="3993852782" sldId="270"/>
            <ac:spMk id="3" creationId="{EC27EAA0-6521-089F-A24C-CF62450C42FD}"/>
          </ac:spMkLst>
        </pc:spChg>
      </pc:sldChg>
      <pc:sldChg chg="addSp modSp new mod">
        <pc:chgData name="Debirupa chakraborty" userId="7f6d642da1f92db3" providerId="LiveId" clId="{6ACF9667-79CA-47C0-9C11-E8D2AB681553}" dt="2026-07-08T08:26:30.308" v="2931" actId="1076"/>
        <pc:sldMkLst>
          <pc:docMk/>
          <pc:sldMk cId="3424669686" sldId="271"/>
        </pc:sldMkLst>
        <pc:spChg chg="add mod">
          <ac:chgData name="Debirupa chakraborty" userId="7f6d642da1f92db3" providerId="LiveId" clId="{6ACF9667-79CA-47C0-9C11-E8D2AB681553}" dt="2026-07-08T08:26:30.308" v="2931" actId="1076"/>
          <ac:spMkLst>
            <pc:docMk/>
            <pc:sldMk cId="3424669686" sldId="271"/>
            <ac:spMk id="4" creationId="{96868054-FE85-244A-19FC-385E93F35ADE}"/>
          </ac:spMkLst>
        </pc:spChg>
        <pc:picChg chg="add mod">
          <ac:chgData name="Debirupa chakraborty" userId="7f6d642da1f92db3" providerId="LiveId" clId="{6ACF9667-79CA-47C0-9C11-E8D2AB681553}" dt="2026-07-08T08:25:24.340" v="2909" actId="14100"/>
          <ac:picMkLst>
            <pc:docMk/>
            <pc:sldMk cId="3424669686" sldId="271"/>
            <ac:picMk id="3" creationId="{73DEABA0-F7AC-0591-E2B4-12B809597C9D}"/>
          </ac:picMkLst>
        </pc:picChg>
      </pc:sldChg>
      <pc:sldChg chg="addSp modSp new mod">
        <pc:chgData name="Debirupa chakraborty" userId="7f6d642da1f92db3" providerId="LiveId" clId="{6ACF9667-79CA-47C0-9C11-E8D2AB681553}" dt="2026-07-08T08:17:33.757" v="2898" actId="207"/>
        <pc:sldMkLst>
          <pc:docMk/>
          <pc:sldMk cId="1507270531" sldId="272"/>
        </pc:sldMkLst>
        <pc:spChg chg="add mod">
          <ac:chgData name="Debirupa chakraborty" userId="7f6d642da1f92db3" providerId="LiveId" clId="{6ACF9667-79CA-47C0-9C11-E8D2AB681553}" dt="2026-07-08T08:17:33.757" v="2898" actId="207"/>
          <ac:spMkLst>
            <pc:docMk/>
            <pc:sldMk cId="1507270531" sldId="272"/>
            <ac:spMk id="2" creationId="{83E028B5-9888-0245-A96B-3D36C79797B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0C0164-8B59-4F56-9BF5-769DCA099575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8DC8D-DB22-40A1-BB24-EEEEAD9486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728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E8DC8D-DB22-40A1-BB24-EEEEAD94864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053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91A3F-614B-4298-9DD5-5D671EEA079F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A7334474-9611-431F-B274-7E6F014DC6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804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91A3F-614B-4298-9DD5-5D671EEA079F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34474-9611-431F-B274-7E6F014DC6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6262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91A3F-614B-4298-9DD5-5D671EEA079F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A7334474-9611-431F-B274-7E6F014DC6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297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91A3F-614B-4298-9DD5-5D671EEA079F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34474-9611-431F-B274-7E6F014DC6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3018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91A3F-614B-4298-9DD5-5D671EEA079F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34474-9611-431F-B274-7E6F014DC6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302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91A3F-614B-4298-9DD5-5D671EEA079F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34474-9611-431F-B274-7E6F014DC6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919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91A3F-614B-4298-9DD5-5D671EEA079F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34474-9611-431F-B274-7E6F014DC6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839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91A3F-614B-4298-9DD5-5D671EEA079F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34474-9611-431F-B274-7E6F014DC6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555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91A3F-614B-4298-9DD5-5D671EEA079F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34474-9611-431F-B274-7E6F014DC6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516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91A3F-614B-4298-9DD5-5D671EEA079F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A7334474-9611-431F-B274-7E6F014DC6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9627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91A3F-614B-4298-9DD5-5D671EEA079F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A7334474-9611-431F-B274-7E6F014DC6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0542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91A3F-614B-4298-9DD5-5D671EEA079F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A7334474-9611-431F-B274-7E6F014DC646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810559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91A3F-614B-4298-9DD5-5D671EEA079F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A7334474-9611-431F-B274-7E6F014DC6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142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91A3F-614B-4298-9DD5-5D671EEA079F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34474-9611-431F-B274-7E6F014DC6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1942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91A3F-614B-4298-9DD5-5D671EEA079F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34474-9611-431F-B274-7E6F014DC6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34940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91A3F-614B-4298-9DD5-5D671EEA079F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34474-9611-431F-B274-7E6F014DC6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74619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91A91A3F-614B-4298-9DD5-5D671EEA079F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A7334474-9611-431F-B274-7E6F014DC6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29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91A3F-614B-4298-9DD5-5D671EEA079F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334474-9611-431F-B274-7E6F014DC6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0217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C87167-EDB8-724B-0AB2-FE70E0A0079C}"/>
              </a:ext>
            </a:extLst>
          </p:cNvPr>
          <p:cNvSpPr txBox="1"/>
          <p:nvPr/>
        </p:nvSpPr>
        <p:spPr>
          <a:xfrm>
            <a:off x="211667" y="152399"/>
            <a:ext cx="905933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6600" dirty="0">
              <a:solidFill>
                <a:schemeClr val="bg1"/>
              </a:solidFill>
              <a:latin typeface="Britannic Bold" panose="020B09030607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C3C020-F20A-FDA5-107A-4D55CC0ABACB}"/>
              </a:ext>
            </a:extLst>
          </p:cNvPr>
          <p:cNvSpPr txBox="1"/>
          <p:nvPr/>
        </p:nvSpPr>
        <p:spPr>
          <a:xfrm>
            <a:off x="516467" y="5655733"/>
            <a:ext cx="4377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A051F7-57B1-3A38-68B0-E042580F9736}"/>
              </a:ext>
            </a:extLst>
          </p:cNvPr>
          <p:cNvSpPr txBox="1"/>
          <p:nvPr/>
        </p:nvSpPr>
        <p:spPr>
          <a:xfrm>
            <a:off x="0" y="5789936"/>
            <a:ext cx="57827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By - DEBIRUPA CHAKRABORTY</a:t>
            </a:r>
          </a:p>
          <a:p>
            <a:r>
              <a:rPr lang="en-IN" sz="2400" dirty="0">
                <a:solidFill>
                  <a:schemeClr val="bg1"/>
                </a:solidFill>
              </a:rPr>
              <a:t>Student Code – AF05149775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585629-3794-70B6-EE8A-0EA517DE80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6034" y="2191960"/>
            <a:ext cx="7802033" cy="45635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33D942-0B12-D8AC-5140-B5E4144E06D7}"/>
              </a:ext>
            </a:extLst>
          </p:cNvPr>
          <p:cNvSpPr txBox="1"/>
          <p:nvPr/>
        </p:nvSpPr>
        <p:spPr>
          <a:xfrm>
            <a:off x="0" y="16934"/>
            <a:ext cx="905933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600" dirty="0">
                <a:solidFill>
                  <a:schemeClr val="bg1"/>
                </a:solidFill>
                <a:latin typeface="Britannic Bold" panose="020B0903060703020204" pitchFamily="34" charset="0"/>
              </a:rPr>
              <a:t>Impact of Social Media on student’s Mental Health</a:t>
            </a:r>
          </a:p>
        </p:txBody>
      </p:sp>
    </p:spTree>
    <p:extLst>
      <p:ext uri="{BB962C8B-B14F-4D97-AF65-F5344CB8AC3E}">
        <p14:creationId xmlns:p14="http://schemas.microsoft.com/office/powerpoint/2010/main" val="1682994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27EAA0-6521-089F-A24C-CF62450C42FD}"/>
              </a:ext>
            </a:extLst>
          </p:cNvPr>
          <p:cNvSpPr txBox="1"/>
          <p:nvPr/>
        </p:nvSpPr>
        <p:spPr>
          <a:xfrm>
            <a:off x="567267" y="312744"/>
            <a:ext cx="8949266" cy="5404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875"/>
              </a:spcAft>
              <a:buNone/>
            </a:pPr>
            <a:r>
              <a:rPr lang="en-IN" sz="4400" b="1" i="0" dirty="0">
                <a:solidFill>
                  <a:srgbClr val="0F172A"/>
                </a:solidFill>
                <a:effectLst/>
                <a:latin typeface="Outfit"/>
              </a:rPr>
              <a:t>Introduction &amp; Context</a:t>
            </a:r>
          </a:p>
          <a:p>
            <a:pPr marL="0" marR="0" indent="0" algn="l">
              <a:spcAft>
                <a:spcPts val="750"/>
              </a:spcAft>
              <a:buNone/>
            </a:pPr>
            <a:r>
              <a:rPr lang="en-IN" sz="2800" b="1" i="0" dirty="0">
                <a:solidFill>
                  <a:srgbClr val="0F172A"/>
                </a:solidFill>
                <a:effectLst/>
                <a:latin typeface="Outfit"/>
              </a:rPr>
              <a:t>The Digital Shift</a:t>
            </a:r>
          </a:p>
          <a:p>
            <a:pPr marL="0" marR="0" indent="0" algn="l">
              <a:buNone/>
            </a:pPr>
            <a:r>
              <a:rPr lang="en-IN" sz="2400" b="0" i="0" dirty="0">
                <a:solidFill>
                  <a:schemeClr val="bg1"/>
                </a:solidFill>
                <a:effectLst/>
                <a:latin typeface="Inter"/>
              </a:rPr>
              <a:t>As smartphones and social networks cement their place in student life, educators and psychologists are actively tracking the impact. Screen time is no longer just digital interaction; it represents a primary stressor and safety factor in student academic journeys.</a:t>
            </a:r>
          </a:p>
          <a:p>
            <a:pPr marL="0" marR="0" indent="0" algn="l">
              <a:buNone/>
            </a:pPr>
            <a:endParaRPr lang="en-IN" sz="2400" b="0" i="0" dirty="0">
              <a:solidFill>
                <a:schemeClr val="bg1"/>
              </a:solidFill>
              <a:effectLst/>
              <a:latin typeface="Inter"/>
            </a:endParaRPr>
          </a:p>
          <a:p>
            <a:pPr marL="0" marR="0" indent="0" algn="l">
              <a:spcAft>
                <a:spcPts val="750"/>
              </a:spcAft>
              <a:buNone/>
            </a:pPr>
            <a:r>
              <a:rPr lang="en-IN" sz="2800" b="1" i="0" dirty="0">
                <a:solidFill>
                  <a:srgbClr val="0F172A"/>
                </a:solidFill>
                <a:effectLst/>
                <a:latin typeface="Outfit"/>
              </a:rPr>
              <a:t>Core Objectives</a:t>
            </a:r>
          </a:p>
          <a:p>
            <a:pPr marL="0" marR="0" indent="0" algn="l">
              <a:buNone/>
            </a:pPr>
            <a:r>
              <a:rPr lang="en-IN" sz="2400" b="0" i="0" dirty="0">
                <a:solidFill>
                  <a:schemeClr val="bg1"/>
                </a:solidFill>
                <a:effectLst/>
                <a:latin typeface="Inter"/>
              </a:rPr>
              <a:t>This presentation utilizes real Power BI dashboard records of 5,000 students to trace correlations between screen-time volume, chosen platforms, sleep deficits, academic tiering, and subjective mental health ratings.</a:t>
            </a:r>
          </a:p>
        </p:txBody>
      </p:sp>
    </p:spTree>
    <p:extLst>
      <p:ext uri="{BB962C8B-B14F-4D97-AF65-F5344CB8AC3E}">
        <p14:creationId xmlns:p14="http://schemas.microsoft.com/office/powerpoint/2010/main" val="3993852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C89BC-9755-4F70-1745-BF197A126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12B8213C-AA36-547E-81D9-4354A9AC86D9}"/>
              </a:ext>
            </a:extLst>
          </p:cNvPr>
          <p:cNvSpPr/>
          <p:nvPr/>
        </p:nvSpPr>
        <p:spPr>
          <a:xfrm>
            <a:off x="4412718" y="1562672"/>
            <a:ext cx="2726267" cy="369058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solidFill>
                  <a:schemeClr val="bg1"/>
                </a:solidFill>
              </a:rPr>
              <a:t>Student Social Media Analysis</a:t>
            </a:r>
          </a:p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EB3E96-9409-706F-152F-3DFAC56EC4E0}"/>
              </a:ext>
            </a:extLst>
          </p:cNvPr>
          <p:cNvSpPr txBox="1"/>
          <p:nvPr/>
        </p:nvSpPr>
        <p:spPr>
          <a:xfrm>
            <a:off x="1244600" y="973667"/>
            <a:ext cx="245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D70BCA-7FCF-BCF9-6A97-10843879E8DF}"/>
              </a:ext>
            </a:extLst>
          </p:cNvPr>
          <p:cNvSpPr txBox="1"/>
          <p:nvPr/>
        </p:nvSpPr>
        <p:spPr>
          <a:xfrm>
            <a:off x="999066" y="1662671"/>
            <a:ext cx="402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A4BBB2-01D0-F2CB-5DEE-B62AA8BD58E1}"/>
              </a:ext>
            </a:extLst>
          </p:cNvPr>
          <p:cNvSpPr txBox="1"/>
          <p:nvPr/>
        </p:nvSpPr>
        <p:spPr>
          <a:xfrm>
            <a:off x="14815" y="37334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E730767D-5946-7E69-F561-5760BCE750C2}"/>
              </a:ext>
            </a:extLst>
          </p:cNvPr>
          <p:cNvSpPr/>
          <p:nvPr/>
        </p:nvSpPr>
        <p:spPr>
          <a:xfrm>
            <a:off x="287867" y="1621276"/>
            <a:ext cx="304800" cy="19999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AB4176DD-5AED-7F1D-1681-42D7B40601DC}"/>
              </a:ext>
            </a:extLst>
          </p:cNvPr>
          <p:cNvSpPr/>
          <p:nvPr/>
        </p:nvSpPr>
        <p:spPr>
          <a:xfrm>
            <a:off x="287867" y="2776346"/>
            <a:ext cx="304800" cy="19999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F594CC35-42B0-4721-AD67-3406273A5B2A}"/>
              </a:ext>
            </a:extLst>
          </p:cNvPr>
          <p:cNvSpPr/>
          <p:nvPr/>
        </p:nvSpPr>
        <p:spPr>
          <a:xfrm>
            <a:off x="287867" y="3955509"/>
            <a:ext cx="304800" cy="19999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310E9381-D452-4CC6-C191-F5CD486D1E14}"/>
              </a:ext>
            </a:extLst>
          </p:cNvPr>
          <p:cNvSpPr/>
          <p:nvPr/>
        </p:nvSpPr>
        <p:spPr>
          <a:xfrm>
            <a:off x="330201" y="5053264"/>
            <a:ext cx="304800" cy="19999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BCB454-CBDA-F2B3-D9F8-8F1968751F2A}"/>
              </a:ext>
            </a:extLst>
          </p:cNvPr>
          <p:cNvSpPr txBox="1"/>
          <p:nvPr/>
        </p:nvSpPr>
        <p:spPr>
          <a:xfrm>
            <a:off x="630767" y="1424794"/>
            <a:ext cx="33676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Project overview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2A8BD1-4FCA-03DF-F1B6-7453D0295B63}"/>
              </a:ext>
            </a:extLst>
          </p:cNvPr>
          <p:cNvSpPr txBox="1"/>
          <p:nvPr/>
        </p:nvSpPr>
        <p:spPr>
          <a:xfrm>
            <a:off x="635001" y="2615355"/>
            <a:ext cx="38777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Dataset Diamensions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C0DCC6-8561-5CDE-BBF2-71AD8D0B4AC0}"/>
              </a:ext>
            </a:extLst>
          </p:cNvPr>
          <p:cNvSpPr txBox="1"/>
          <p:nvPr/>
        </p:nvSpPr>
        <p:spPr>
          <a:xfrm>
            <a:off x="650877" y="3782154"/>
            <a:ext cx="3575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Dashboard Filters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2E4B1447-9862-3E16-350C-A08416E1E368}"/>
              </a:ext>
            </a:extLst>
          </p:cNvPr>
          <p:cNvSpPr/>
          <p:nvPr/>
        </p:nvSpPr>
        <p:spPr>
          <a:xfrm>
            <a:off x="7283445" y="4899664"/>
            <a:ext cx="389466" cy="27413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FD9E64B9-07A0-2783-49F0-D8305C833F6B}"/>
              </a:ext>
            </a:extLst>
          </p:cNvPr>
          <p:cNvSpPr/>
          <p:nvPr/>
        </p:nvSpPr>
        <p:spPr>
          <a:xfrm>
            <a:off x="7349065" y="2754151"/>
            <a:ext cx="304800" cy="19999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A118F9C9-B8C1-87D7-5EDE-EDDF3C2EC8A9}"/>
              </a:ext>
            </a:extLst>
          </p:cNvPr>
          <p:cNvSpPr/>
          <p:nvPr/>
        </p:nvSpPr>
        <p:spPr>
          <a:xfrm>
            <a:off x="7327889" y="1621276"/>
            <a:ext cx="304800" cy="19999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9CC44A0B-7614-D412-4E46-1963D4F8E015}"/>
              </a:ext>
            </a:extLst>
          </p:cNvPr>
          <p:cNvSpPr/>
          <p:nvPr/>
        </p:nvSpPr>
        <p:spPr>
          <a:xfrm>
            <a:off x="7325778" y="3897150"/>
            <a:ext cx="304800" cy="19999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A3194B-683A-81A9-3FC3-F5780F424006}"/>
              </a:ext>
            </a:extLst>
          </p:cNvPr>
          <p:cNvSpPr txBox="1"/>
          <p:nvPr/>
        </p:nvSpPr>
        <p:spPr>
          <a:xfrm>
            <a:off x="736600" y="4891652"/>
            <a:ext cx="22436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KPI Cards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BA74B4-06AC-8969-6CC7-59FE03F94357}"/>
              </a:ext>
            </a:extLst>
          </p:cNvPr>
          <p:cNvSpPr txBox="1"/>
          <p:nvPr/>
        </p:nvSpPr>
        <p:spPr>
          <a:xfrm>
            <a:off x="7715244" y="1424794"/>
            <a:ext cx="2802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Visualizations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B74432A-4C6E-BE83-002D-8B7AADFC5C03}"/>
              </a:ext>
            </a:extLst>
          </p:cNvPr>
          <p:cNvSpPr txBox="1"/>
          <p:nvPr/>
        </p:nvSpPr>
        <p:spPr>
          <a:xfrm>
            <a:off x="7715244" y="2547524"/>
            <a:ext cx="3778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75"/>
              </a:spcAft>
            </a:pPr>
            <a:r>
              <a:rPr lang="en-IN" sz="2800" b="1" dirty="0">
                <a:solidFill>
                  <a:srgbClr val="0F172A"/>
                </a:solidFill>
                <a:latin typeface="Outfit"/>
              </a:rPr>
              <a:t>Academics vs. Intention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365E4CA-B870-3B5C-2B28-661978364DF9}"/>
              </a:ext>
            </a:extLst>
          </p:cNvPr>
          <p:cNvSpPr txBox="1"/>
          <p:nvPr/>
        </p:nvSpPr>
        <p:spPr>
          <a:xfrm>
            <a:off x="7630578" y="3708794"/>
            <a:ext cx="44338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250"/>
              </a:spcAft>
            </a:pPr>
            <a:r>
              <a:rPr lang="en-IN" sz="2800" b="1" dirty="0">
                <a:solidFill>
                  <a:srgbClr val="0F172A"/>
                </a:solidFill>
                <a:latin typeface="Outfit"/>
              </a:rPr>
              <a:t>The Sleep Deficit Connection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566F0B5-1B87-7888-D29C-2F7BF10FDCE7}"/>
              </a:ext>
            </a:extLst>
          </p:cNvPr>
          <p:cNvSpPr txBox="1"/>
          <p:nvPr/>
        </p:nvSpPr>
        <p:spPr>
          <a:xfrm>
            <a:off x="7715244" y="4753152"/>
            <a:ext cx="397086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F172A"/>
                </a:solidFill>
                <a:latin typeface="Outfit"/>
              </a:rPr>
              <a:t>Strategic Action Items</a:t>
            </a:r>
          </a:p>
          <a:p>
            <a:endParaRPr lang="en-IN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F0E4C33-7E61-62F3-4F58-6B7F051605D2}"/>
              </a:ext>
            </a:extLst>
          </p:cNvPr>
          <p:cNvSpPr txBox="1"/>
          <p:nvPr/>
        </p:nvSpPr>
        <p:spPr>
          <a:xfrm>
            <a:off x="3454927" y="313677"/>
            <a:ext cx="41989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u="sng" dirty="0">
                <a:solidFill>
                  <a:srgbClr val="002060"/>
                </a:solidFill>
              </a:rP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4290705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7954D-081A-2268-BA11-59D051503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CAA362-6A10-5DD6-391D-007699FA85AE}"/>
              </a:ext>
            </a:extLst>
          </p:cNvPr>
          <p:cNvSpPr txBox="1"/>
          <p:nvPr/>
        </p:nvSpPr>
        <p:spPr>
          <a:xfrm>
            <a:off x="787400" y="87981"/>
            <a:ext cx="87545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</a:rPr>
              <a:t>Project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13AC76-A25C-8968-997A-83CF206CAB3B}"/>
              </a:ext>
            </a:extLst>
          </p:cNvPr>
          <p:cNvSpPr txBox="1"/>
          <p:nvPr/>
        </p:nvSpPr>
        <p:spPr>
          <a:xfrm>
            <a:off x="889000" y="1015999"/>
            <a:ext cx="875453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Analyse relationships between student social media usage , academic performance , stress levels and Mental health indicators.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57F142-D12F-5A14-1998-4C38E32604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1" y="2721125"/>
            <a:ext cx="9906000" cy="3866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084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04243-8A16-EEC3-23A2-69A0CE9E9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621B2C-451C-4F0B-D54E-AEAA7C140A0A}"/>
              </a:ext>
            </a:extLst>
          </p:cNvPr>
          <p:cNvSpPr txBox="1"/>
          <p:nvPr/>
        </p:nvSpPr>
        <p:spPr>
          <a:xfrm>
            <a:off x="2963333" y="423333"/>
            <a:ext cx="5537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solidFill>
                  <a:schemeClr val="bg1"/>
                </a:solidFill>
              </a:rPr>
              <a:t>Dataset Diamensions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D4A5BB-A5BC-9305-4F68-6F27CE632530}"/>
              </a:ext>
            </a:extLst>
          </p:cNvPr>
          <p:cNvSpPr txBox="1"/>
          <p:nvPr/>
        </p:nvSpPr>
        <p:spPr>
          <a:xfrm>
            <a:off x="660399" y="1430866"/>
            <a:ext cx="963506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Key Field Observed :</a:t>
            </a:r>
          </a:p>
          <a:p>
            <a:endParaRPr lang="en-IN" sz="32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IN" sz="3200" dirty="0">
                <a:solidFill>
                  <a:schemeClr val="bg1"/>
                </a:solidFill>
              </a:rPr>
              <a:t>Gender</a:t>
            </a:r>
          </a:p>
          <a:p>
            <a:pPr marL="342900" indent="-342900">
              <a:buAutoNum type="arabicPeriod"/>
            </a:pPr>
            <a:r>
              <a:rPr lang="en-IN" sz="3200" dirty="0">
                <a:solidFill>
                  <a:schemeClr val="bg1"/>
                </a:solidFill>
              </a:rPr>
              <a:t>Academic Level</a:t>
            </a:r>
          </a:p>
          <a:p>
            <a:pPr marL="342900" indent="-342900">
              <a:buAutoNum type="arabicPeriod"/>
            </a:pPr>
            <a:r>
              <a:rPr lang="en-IN" sz="3200" dirty="0">
                <a:solidFill>
                  <a:schemeClr val="bg1"/>
                </a:solidFill>
              </a:rPr>
              <a:t>Stress Level</a:t>
            </a:r>
          </a:p>
          <a:p>
            <a:pPr marL="342900" indent="-342900">
              <a:buAutoNum type="arabicPeriod"/>
            </a:pPr>
            <a:r>
              <a:rPr lang="en-IN" sz="3200" dirty="0">
                <a:solidFill>
                  <a:schemeClr val="bg1"/>
                </a:solidFill>
              </a:rPr>
              <a:t>Purpose of Social Media usages</a:t>
            </a:r>
          </a:p>
          <a:p>
            <a:pPr marL="342900" indent="-342900">
              <a:buAutoNum type="arabicPeriod"/>
            </a:pPr>
            <a:r>
              <a:rPr lang="en-IN" sz="3200" dirty="0">
                <a:solidFill>
                  <a:schemeClr val="bg1"/>
                </a:solidFill>
              </a:rPr>
              <a:t>Related Student metrics.</a:t>
            </a:r>
          </a:p>
        </p:txBody>
      </p:sp>
    </p:spTree>
    <p:extLst>
      <p:ext uri="{BB962C8B-B14F-4D97-AF65-F5344CB8AC3E}">
        <p14:creationId xmlns:p14="http://schemas.microsoft.com/office/powerpoint/2010/main" val="4027279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0A7EE-1BA0-A1E0-0A4D-D5D7C4A1D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06878C-5509-F3A9-9C9A-B0D520E5653D}"/>
              </a:ext>
            </a:extLst>
          </p:cNvPr>
          <p:cNvSpPr txBox="1"/>
          <p:nvPr/>
        </p:nvSpPr>
        <p:spPr>
          <a:xfrm>
            <a:off x="2590800" y="338667"/>
            <a:ext cx="5308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solidFill>
                  <a:schemeClr val="bg1"/>
                </a:solidFill>
              </a:rPr>
              <a:t>Dashboard Filters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8521FE-A6F0-04E9-524F-82933CF37386}"/>
              </a:ext>
            </a:extLst>
          </p:cNvPr>
          <p:cNvSpPr txBox="1"/>
          <p:nvPr/>
        </p:nvSpPr>
        <p:spPr>
          <a:xfrm>
            <a:off x="728133" y="3132667"/>
            <a:ext cx="9779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Interactive slicers for Gender, Academic Level, Stress Level, and Purpose of Social media Use.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0E77F8-18EF-CDE1-1D51-CE49A92B42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67" y="1538314"/>
            <a:ext cx="8906932" cy="95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655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D9153-9483-9CCE-DF09-09BC48636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B210D3-3670-2A4A-A062-34F52E809146}"/>
              </a:ext>
            </a:extLst>
          </p:cNvPr>
          <p:cNvSpPr txBox="1"/>
          <p:nvPr/>
        </p:nvSpPr>
        <p:spPr>
          <a:xfrm>
            <a:off x="2878667" y="440267"/>
            <a:ext cx="41571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solidFill>
                  <a:schemeClr val="bg1"/>
                </a:solidFill>
              </a:rPr>
              <a:t>KPI Cards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CC0DF8-27E2-6D79-2D9B-773DA85940AF}"/>
              </a:ext>
            </a:extLst>
          </p:cNvPr>
          <p:cNvSpPr txBox="1"/>
          <p:nvPr/>
        </p:nvSpPr>
        <p:spPr>
          <a:xfrm>
            <a:off x="474133" y="1549400"/>
            <a:ext cx="971126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Dashboard includes summary KPI Cards displaying key Student and mental health metrics.</a:t>
            </a:r>
          </a:p>
        </p:txBody>
      </p:sp>
    </p:spTree>
    <p:extLst>
      <p:ext uri="{BB962C8B-B14F-4D97-AF65-F5344CB8AC3E}">
        <p14:creationId xmlns:p14="http://schemas.microsoft.com/office/powerpoint/2010/main" val="1048279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A44B5-8850-F8DA-11C6-C41EF785E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172E25-CD24-1F10-1E52-CA0A9F259F29}"/>
              </a:ext>
            </a:extLst>
          </p:cNvPr>
          <p:cNvSpPr txBox="1"/>
          <p:nvPr/>
        </p:nvSpPr>
        <p:spPr>
          <a:xfrm>
            <a:off x="2408766" y="228601"/>
            <a:ext cx="584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solidFill>
                  <a:schemeClr val="bg1"/>
                </a:solidFill>
              </a:rPr>
              <a:t>Visualizations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6445AD-2CC9-5FEB-903E-C31CD18AB7E6}"/>
              </a:ext>
            </a:extLst>
          </p:cNvPr>
          <p:cNvSpPr txBox="1"/>
          <p:nvPr/>
        </p:nvSpPr>
        <p:spPr>
          <a:xfrm>
            <a:off x="258762" y="-1551821"/>
            <a:ext cx="102743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ptos Narrow" panose="020B0004020202020204" pitchFamily="34" charset="0"/>
              </a:rPr>
              <a:t>                                                                                                                                                                         </a:t>
            </a:r>
          </a:p>
          <a:p>
            <a:endParaRPr lang="en-IN" dirty="0">
              <a:latin typeface="Aptos Narrow" panose="020B0004020202020204" pitchFamily="34" charset="0"/>
            </a:endParaRPr>
          </a:p>
          <a:p>
            <a:endParaRPr lang="en-IN" dirty="0">
              <a:latin typeface="Aptos Narrow" panose="020B0004020202020204" pitchFamily="34" charset="0"/>
            </a:endParaRPr>
          </a:p>
          <a:p>
            <a:endParaRPr lang="en-IN" dirty="0">
              <a:latin typeface="Aptos Narrow" panose="020B0004020202020204" pitchFamily="34" charset="0"/>
            </a:endParaRPr>
          </a:p>
          <a:p>
            <a:r>
              <a:rPr lang="en-IN" dirty="0">
                <a:latin typeface="Aptos Narrow" panose="020B0004020202020204" pitchFamily="34" charset="0"/>
              </a:rPr>
              <a:t> </a:t>
            </a:r>
          </a:p>
          <a:p>
            <a:endParaRPr lang="en-IN" dirty="0">
              <a:latin typeface="Aptos Narrow" panose="020B0004020202020204" pitchFamily="34" charset="0"/>
            </a:endParaRPr>
          </a:p>
          <a:p>
            <a:endParaRPr lang="en-IN" dirty="0">
              <a:latin typeface="Aptos Narrow" panose="020B0004020202020204" pitchFamily="34" charset="0"/>
            </a:endParaRPr>
          </a:p>
          <a:p>
            <a:r>
              <a:rPr lang="en-IN" dirty="0">
                <a:latin typeface="Aptos Narrow" panose="020B0004020202020204" pitchFamily="34" charset="0"/>
              </a:rPr>
              <a:t>                                                                                                                                         </a:t>
            </a:r>
            <a:endParaRPr lang="en-IN" sz="2400" dirty="0">
              <a:solidFill>
                <a:schemeClr val="bg1"/>
              </a:solidFill>
              <a:latin typeface="Aptos Narrow" panose="020B0004020202020204" pitchFamily="34" charset="0"/>
            </a:endParaRPr>
          </a:p>
          <a:p>
            <a:endParaRPr lang="en-IN" dirty="0">
              <a:solidFill>
                <a:schemeClr val="bg1"/>
              </a:solidFill>
              <a:latin typeface="Aptos Narrow" panose="020B0004020202020204" pitchFamily="34" charset="0"/>
            </a:endParaRPr>
          </a:p>
          <a:p>
            <a:endParaRPr lang="en-IN" dirty="0">
              <a:latin typeface="Aptos Narrow" panose="020B0004020202020204" pitchFamily="34" charset="0"/>
            </a:endParaRPr>
          </a:p>
          <a:p>
            <a:endParaRPr lang="en-IN" dirty="0">
              <a:latin typeface="Aptos Narrow" panose="020B0004020202020204" pitchFamily="34" charset="0"/>
            </a:endParaRPr>
          </a:p>
          <a:p>
            <a:endParaRPr lang="en-IN" dirty="0">
              <a:latin typeface="Aptos Narrow" panose="020B0004020202020204" pitchFamily="34" charset="0"/>
            </a:endParaRPr>
          </a:p>
          <a:p>
            <a:endParaRPr lang="en-IN" dirty="0">
              <a:latin typeface="Aptos Narrow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54DFE7-F97E-850B-4D26-1EB6185FF0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410" y="2051323"/>
            <a:ext cx="10177004" cy="41576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87D59C-2CA5-9C39-B95E-D230C348EA0E}"/>
              </a:ext>
            </a:extLst>
          </p:cNvPr>
          <p:cNvSpPr txBox="1"/>
          <p:nvPr/>
        </p:nvSpPr>
        <p:spPr>
          <a:xfrm>
            <a:off x="307410" y="1263072"/>
            <a:ext cx="698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USAGES HOURS BY PLATFORM</a:t>
            </a:r>
          </a:p>
        </p:txBody>
      </p:sp>
    </p:spTree>
    <p:extLst>
      <p:ext uri="{BB962C8B-B14F-4D97-AF65-F5344CB8AC3E}">
        <p14:creationId xmlns:p14="http://schemas.microsoft.com/office/powerpoint/2010/main" val="4168732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1937143-0DC3-05AC-DADB-373DDFCFE0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177" y="1471748"/>
            <a:ext cx="9056913" cy="512064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084D800-6FD9-1DAB-36E5-7C7325E2DE97}"/>
              </a:ext>
            </a:extLst>
          </p:cNvPr>
          <p:cNvSpPr txBox="1"/>
          <p:nvPr/>
        </p:nvSpPr>
        <p:spPr>
          <a:xfrm>
            <a:off x="383177" y="457200"/>
            <a:ext cx="74738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AVERAGE DAILY USAGE AND AVERAGE MH SCORE BU STRESS LEVEL</a:t>
            </a:r>
          </a:p>
        </p:txBody>
      </p:sp>
    </p:spTree>
    <p:extLst>
      <p:ext uri="{BB962C8B-B14F-4D97-AF65-F5344CB8AC3E}">
        <p14:creationId xmlns:p14="http://schemas.microsoft.com/office/powerpoint/2010/main" val="1804704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9E1D67F-66D7-AA4B-7782-2D47AB5CCD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866" y="1281611"/>
            <a:ext cx="8003177" cy="50161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BD6685-1529-E42C-3073-12A4EFD41545}"/>
              </a:ext>
            </a:extLst>
          </p:cNvPr>
          <p:cNvSpPr txBox="1"/>
          <p:nvPr/>
        </p:nvSpPr>
        <p:spPr>
          <a:xfrm>
            <a:off x="541866" y="434031"/>
            <a:ext cx="563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STUDENTS BY STRESS LEVEL</a:t>
            </a:r>
          </a:p>
        </p:txBody>
      </p:sp>
    </p:spTree>
    <p:extLst>
      <p:ext uri="{BB962C8B-B14F-4D97-AF65-F5344CB8AC3E}">
        <p14:creationId xmlns:p14="http://schemas.microsoft.com/office/powerpoint/2010/main" val="454361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478412B-F04F-53DF-3CD2-629AAF5DA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659" y="1122922"/>
            <a:ext cx="8891451" cy="52251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EB6A24-C482-FF46-49FD-62DBAD4D5673}"/>
              </a:ext>
            </a:extLst>
          </p:cNvPr>
          <p:cNvSpPr txBox="1"/>
          <p:nvPr/>
        </p:nvSpPr>
        <p:spPr>
          <a:xfrm>
            <a:off x="330926" y="411061"/>
            <a:ext cx="650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% GT COUNT OF GENDER BY GENDER</a:t>
            </a:r>
          </a:p>
        </p:txBody>
      </p:sp>
    </p:spTree>
    <p:extLst>
      <p:ext uri="{BB962C8B-B14F-4D97-AF65-F5344CB8AC3E}">
        <p14:creationId xmlns:p14="http://schemas.microsoft.com/office/powerpoint/2010/main" val="2262571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5BB456-4A7D-1D2C-6C3F-C0902FA5F0C9}"/>
              </a:ext>
            </a:extLst>
          </p:cNvPr>
          <p:cNvSpPr txBox="1"/>
          <p:nvPr/>
        </p:nvSpPr>
        <p:spPr>
          <a:xfrm>
            <a:off x="444136" y="230849"/>
            <a:ext cx="9579429" cy="4634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875"/>
              </a:spcAft>
              <a:buNone/>
            </a:pPr>
            <a:r>
              <a:rPr lang="en-IN" sz="4400" b="1" i="0" dirty="0">
                <a:solidFill>
                  <a:srgbClr val="0F172A"/>
                </a:solidFill>
                <a:effectLst/>
                <a:latin typeface="Outfit"/>
              </a:rPr>
              <a:t>Academics vs. Intention</a:t>
            </a:r>
          </a:p>
          <a:p>
            <a:pPr marL="0" marR="0" indent="0" algn="l">
              <a:spcAft>
                <a:spcPts val="750"/>
              </a:spcAft>
              <a:buNone/>
            </a:pPr>
            <a:r>
              <a:rPr lang="en-IN" sz="2800" b="1" i="0" dirty="0">
                <a:solidFill>
                  <a:srgbClr val="0F172A"/>
                </a:solidFill>
                <a:effectLst/>
                <a:latin typeface="Outfit"/>
              </a:rPr>
              <a:t>Academic Cohort Wellbeing</a:t>
            </a:r>
          </a:p>
          <a:p>
            <a:pPr marL="0" marR="0" indent="0" algn="l">
              <a:spcAft>
                <a:spcPts val="600"/>
              </a:spcAft>
              <a:buNone/>
            </a:pPr>
            <a:r>
              <a:rPr lang="en-IN" sz="1800" b="1" i="0" dirty="0">
                <a:solidFill>
                  <a:srgbClr val="E11D48"/>
                </a:solidFill>
                <a:effectLst/>
                <a:latin typeface="Inter"/>
              </a:rPr>
              <a:t>High Schoolers Report Lowest Scores</a:t>
            </a:r>
          </a:p>
          <a:p>
            <a:pPr marL="0" marR="0" indent="0" algn="l">
              <a:buNone/>
            </a:pPr>
            <a:r>
              <a:rPr lang="en-IN" sz="2000" b="0" i="0" dirty="0">
                <a:solidFill>
                  <a:schemeClr val="bg1"/>
                </a:solidFill>
                <a:effectLst/>
                <a:latin typeface="Inter"/>
              </a:rPr>
              <a:t>High schoolers sit at the lowest average rating (5.86) compared to Undergraduates (6.24) and Graduate-level students (6.39). This highlights vulnerability during early developmental stages.</a:t>
            </a:r>
          </a:p>
          <a:p>
            <a:pPr marL="0" marR="0" indent="0" algn="l">
              <a:buNone/>
            </a:pPr>
            <a:endParaRPr lang="en-IN" sz="2000" b="0" i="0" dirty="0">
              <a:solidFill>
                <a:schemeClr val="bg1"/>
              </a:solidFill>
              <a:effectLst/>
              <a:latin typeface="Inter"/>
            </a:endParaRPr>
          </a:p>
          <a:p>
            <a:pPr marL="0" marR="0" indent="0" algn="l">
              <a:spcAft>
                <a:spcPts val="750"/>
              </a:spcAft>
              <a:buNone/>
            </a:pPr>
            <a:r>
              <a:rPr lang="en-IN" sz="2800" b="1" i="0" dirty="0">
                <a:solidFill>
                  <a:srgbClr val="0F172A"/>
                </a:solidFill>
                <a:effectLst/>
                <a:latin typeface="Outfit"/>
              </a:rPr>
              <a:t>Intention/Purpose Impact</a:t>
            </a:r>
          </a:p>
          <a:p>
            <a:pPr marL="0" marR="0" indent="0" algn="l">
              <a:spcAft>
                <a:spcPts val="600"/>
              </a:spcAft>
              <a:buNone/>
            </a:pPr>
            <a:r>
              <a:rPr lang="en-IN" sz="1800" b="1" i="0" dirty="0">
                <a:solidFill>
                  <a:srgbClr val="002060"/>
                </a:solidFill>
                <a:effectLst/>
                <a:latin typeface="Inter"/>
              </a:rPr>
              <a:t>Entertainment vs. Purpose</a:t>
            </a:r>
          </a:p>
          <a:p>
            <a:pPr marL="0" marR="0" indent="0" algn="l">
              <a:buNone/>
            </a:pPr>
            <a:r>
              <a:rPr lang="en-IN" sz="2000" b="0" i="0" dirty="0">
                <a:solidFill>
                  <a:schemeClr val="bg1"/>
                </a:solidFill>
                <a:effectLst/>
                <a:latin typeface="Inter"/>
              </a:rPr>
              <a:t>Pure entertainment-driven usage correlates with lower mental health outcomes (6.12). Networking (6.38) and educationally-aligned screen habits (6.35) offer protective buffers.</a:t>
            </a:r>
          </a:p>
        </p:txBody>
      </p:sp>
    </p:spTree>
    <p:extLst>
      <p:ext uri="{BB962C8B-B14F-4D97-AF65-F5344CB8AC3E}">
        <p14:creationId xmlns:p14="http://schemas.microsoft.com/office/powerpoint/2010/main" val="2129703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55A458-F193-D143-E716-C70F8B21F5FA}"/>
              </a:ext>
            </a:extLst>
          </p:cNvPr>
          <p:cNvSpPr txBox="1"/>
          <p:nvPr/>
        </p:nvSpPr>
        <p:spPr>
          <a:xfrm>
            <a:off x="243842" y="313509"/>
            <a:ext cx="6662056" cy="5091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2250"/>
              </a:spcAft>
              <a:buNone/>
            </a:pPr>
            <a:r>
              <a:rPr lang="en-IN" sz="4400" b="1" i="0" dirty="0">
                <a:solidFill>
                  <a:srgbClr val="0F172A"/>
                </a:solidFill>
                <a:effectLst/>
                <a:latin typeface="Outfit"/>
              </a:rPr>
              <a:t>The Sleep Deficit Connection</a:t>
            </a:r>
          </a:p>
          <a:p>
            <a:pPr marL="0" marR="0" indent="0" algn="l">
              <a:spcAft>
                <a:spcPts val="1125"/>
              </a:spcAft>
              <a:buNone/>
            </a:pPr>
            <a:r>
              <a:rPr lang="en-IN" sz="2800" b="1" i="0" dirty="0">
                <a:solidFill>
                  <a:srgbClr val="0F172A"/>
                </a:solidFill>
                <a:effectLst/>
                <a:latin typeface="Outfit"/>
              </a:rPr>
              <a:t>Target: Restless Sleeping Habits</a:t>
            </a:r>
          </a:p>
          <a:p>
            <a:pPr indent="0" algn="l">
              <a:spcAft>
                <a:spcPts val="1500"/>
              </a:spcAft>
              <a:buNone/>
            </a:pPr>
            <a:r>
              <a:rPr lang="en-IN" sz="2400" b="0" i="0" dirty="0">
                <a:solidFill>
                  <a:schemeClr val="bg1"/>
                </a:solidFill>
                <a:effectLst/>
                <a:latin typeface="Inter"/>
              </a:rPr>
              <a:t>As screen time climbs, sleep quality drops dramatically. Students logging over 6 hours of daily social media use average fewer than 6 hours of sleep, directly compounding academic stress.</a:t>
            </a:r>
          </a:p>
          <a:p>
            <a:pPr indent="0" algn="l">
              <a:buNone/>
            </a:pPr>
            <a:r>
              <a:rPr lang="en-IN" sz="2400" b="0" i="0" dirty="0">
                <a:solidFill>
                  <a:schemeClr val="bg1"/>
                </a:solidFill>
                <a:effectLst/>
                <a:latin typeface="Inter"/>
              </a:rPr>
              <a:t>Late-night scrolling habits, blue light exposure, and constant notifications are core disruptors of sleep hygiene across the cohort.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8CBF53-F48B-34CE-927E-765CD1D4E9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1684" y="156753"/>
            <a:ext cx="4613316" cy="643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881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48FF14-6729-BF93-FA97-691C3777DCC5}"/>
              </a:ext>
            </a:extLst>
          </p:cNvPr>
          <p:cNvSpPr txBox="1"/>
          <p:nvPr/>
        </p:nvSpPr>
        <p:spPr>
          <a:xfrm>
            <a:off x="753533" y="654303"/>
            <a:ext cx="7924800" cy="3080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875"/>
              </a:spcAft>
              <a:buNone/>
            </a:pPr>
            <a:r>
              <a:rPr lang="en-IN" sz="4000" b="1" i="0" dirty="0">
                <a:solidFill>
                  <a:srgbClr val="0F172A"/>
                </a:solidFill>
                <a:effectLst/>
                <a:latin typeface="Outfit"/>
              </a:rPr>
              <a:t>Strategic Action Items</a:t>
            </a:r>
          </a:p>
          <a:p>
            <a:pPr marL="0" marR="0" indent="0"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rgbClr val="334155"/>
                </a:solidFill>
                <a:effectLst/>
                <a:latin typeface="Inter"/>
              </a:rPr>
              <a:t> </a:t>
            </a:r>
            <a:r>
              <a:rPr lang="en-IN" sz="2000" b="1" i="0" dirty="0">
                <a:solidFill>
                  <a:schemeClr val="bg1"/>
                </a:solidFill>
                <a:effectLst/>
                <a:latin typeface="Inter"/>
              </a:rPr>
              <a:t>Target High-Risk Cohorts:</a:t>
            </a:r>
            <a:r>
              <a:rPr lang="en-IN" sz="2000" b="0" i="0" dirty="0">
                <a:solidFill>
                  <a:schemeClr val="bg1"/>
                </a:solidFill>
                <a:effectLst/>
                <a:latin typeface="Inter"/>
              </a:rPr>
              <a:t> High School and Highly Stressed students require targeted educational outreach and early mental health support.</a:t>
            </a:r>
          </a:p>
          <a:p>
            <a:pPr marL="0" marR="0" indent="0"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bg1"/>
                </a:solidFill>
                <a:effectLst/>
                <a:latin typeface="Inter"/>
              </a:rPr>
              <a:t> Shift Usage Purpose:</a:t>
            </a:r>
            <a:r>
              <a:rPr lang="en-IN" sz="2000" b="0" i="0" dirty="0">
                <a:solidFill>
                  <a:schemeClr val="bg1"/>
                </a:solidFill>
                <a:effectLst/>
                <a:latin typeface="Inter"/>
              </a:rPr>
              <a:t> Encourage shifts from passive entertainment scrolling toward constructive networking or active learning.</a:t>
            </a:r>
          </a:p>
          <a:p>
            <a:pPr marL="0" marR="0" indent="0"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bg1"/>
                </a:solidFill>
                <a:effectLst/>
                <a:latin typeface="Inter"/>
              </a:rPr>
              <a:t> Address Sleep Hygiene:</a:t>
            </a:r>
            <a:r>
              <a:rPr lang="en-IN" sz="2000" b="0" i="0" dirty="0">
                <a:solidFill>
                  <a:schemeClr val="bg1"/>
                </a:solidFill>
                <a:effectLst/>
                <a:latin typeface="Inter"/>
              </a:rPr>
              <a:t> Implement campaigns targeting night-time screen use to reverse chronic sleep deficits below 6 hours.</a:t>
            </a:r>
          </a:p>
        </p:txBody>
      </p:sp>
    </p:spTree>
    <p:extLst>
      <p:ext uri="{BB962C8B-B14F-4D97-AF65-F5344CB8AC3E}">
        <p14:creationId xmlns:p14="http://schemas.microsoft.com/office/powerpoint/2010/main" val="2392176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DEABA0-F7AC-0591-E2B4-12B809597C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732" y="745067"/>
            <a:ext cx="10202335" cy="59774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868054-FE85-244A-19FC-385E93F35ADE}"/>
              </a:ext>
            </a:extLst>
          </p:cNvPr>
          <p:cNvSpPr txBox="1"/>
          <p:nvPr/>
        </p:nvSpPr>
        <p:spPr>
          <a:xfrm>
            <a:off x="3733799" y="-25400"/>
            <a:ext cx="66632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Dashboard </a:t>
            </a:r>
          </a:p>
        </p:txBody>
      </p:sp>
    </p:spTree>
    <p:extLst>
      <p:ext uri="{BB962C8B-B14F-4D97-AF65-F5344CB8AC3E}">
        <p14:creationId xmlns:p14="http://schemas.microsoft.com/office/powerpoint/2010/main" val="3424669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E028B5-9888-0245-A96B-3D36C79797B3}"/>
              </a:ext>
            </a:extLst>
          </p:cNvPr>
          <p:cNvSpPr txBox="1"/>
          <p:nvPr/>
        </p:nvSpPr>
        <p:spPr>
          <a:xfrm>
            <a:off x="3115734" y="2412999"/>
            <a:ext cx="9296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>
                <a:solidFill>
                  <a:schemeClr val="bg1"/>
                </a:solidFill>
                <a:latin typeface="Bodoni MT Black" panose="02070A03080606020203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07270531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459</TotalTime>
  <Words>436</Words>
  <Application>Microsoft Office PowerPoint</Application>
  <PresentationFormat>Widescreen</PresentationFormat>
  <Paragraphs>68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Aptos Narrow</vt:lpstr>
      <vt:lpstr>Arial</vt:lpstr>
      <vt:lpstr>Bodoni MT Black</vt:lpstr>
      <vt:lpstr>Britannic Bold</vt:lpstr>
      <vt:lpstr>Inter</vt:lpstr>
      <vt:lpstr>Outfit</vt:lpstr>
      <vt:lpstr>Trebuchet MS</vt:lpstr>
      <vt:lpstr>Berlin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Debirupa chakraborty</dc:creator>
  <cp:lastModifiedBy>Debirupa chakraborty</cp:lastModifiedBy>
  <cp:revision>1</cp:revision>
  <dcterms:created xsi:type="dcterms:W3CDTF">2026-06-25T05:01:59Z</dcterms:created>
  <dcterms:modified xsi:type="dcterms:W3CDTF">2026-07-08T08:26:39Z</dcterms:modified>
</cp:coreProperties>
</file>