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type="screen4x3" cy="68580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rgbClr val="000000"/>
        </a:fontRef>
        <a:srgbClr val="000000"/>
      </a:tcTxStyle>
      <a:tcStyle>
        <a:tcBdr>
          <a:left>
            <a:ln w="12700" cmpd="sng">
              <a:solidFill>
                <a:srgbClr val="000000"/>
              </a:solidFill>
            </a:ln>
          </a:left>
          <a:right>
            <a:ln w="12700" cmpd="sng">
              <a:solidFill>
                <a:srgbClr val="000000"/>
              </a:solidFill>
            </a:ln>
          </a:right>
          <a:top>
            <a:ln w="12700" cmpd="sng">
              <a:solidFill>
                <a:srgbClr val="000000"/>
              </a:solidFill>
            </a:ln>
          </a:top>
          <a:bottom>
            <a:ln w="12700" cmpd="sng">
              <a:solidFill>
                <a:srgbClr val="000000"/>
              </a:solidFill>
            </a:ln>
          </a:bottom>
          <a:insideH>
            <a:ln w="12700" cmpd="sng">
              <a:solidFill>
                <a:srgbClr val="000000"/>
              </a:solidFill>
            </a:ln>
          </a:insideH>
          <a:insideV>
            <a:ln w="12700" cmpd="sng">
              <a:solidFill>
                <a:srgbClr val="000000"/>
              </a:solid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tableStyles" Target="tableStyles.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9" name=""/>
        <p:cNvGrpSpPr/>
        <p:nvPr/>
      </p:nvGrpSpPr>
      <p:grpSpPr>
        <a:xfrm>
          <a:off x="0" y="0"/>
          <a:ext cx="0" cy="0"/>
          <a:chOff x="0" y="0"/>
          <a:chExt cx="0" cy="0"/>
        </a:xfrm>
      </p:grpSpPr>
      <p:sp>
        <p:nvSpPr>
          <p:cNvPr id="1048742"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43"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44"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45"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46"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47"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10" name=""/>
          <p:cNvSpPr>
            <a:spLocks noGrp="1"/>
          </p:cNvSpPr>
          <p:nvPr>
            <p:ph type="body"/>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74" name=""/>
        <p:cNvGrpSpPr/>
        <p:nvPr/>
      </p:nvGrpSpPr>
      <p:grpSpPr>
        <a:xfrm>
          <a:off x="0" y="0"/>
          <a:ext cx="0" cy="0"/>
          <a:chOff x="0" y="0"/>
          <a:chExt cx="0" cy="0"/>
        </a:xfrm>
      </p:grpSpPr>
      <p:sp>
        <p:nvSpPr>
          <p:cNvPr id="1048604"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605"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06"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07" name="Footer Placeholder 4"/>
          <p:cNvSpPr>
            <a:spLocks noGrp="1"/>
          </p:cNvSpPr>
          <p:nvPr>
            <p:ph type="ftr" sz="quarter" idx="11"/>
          </p:nvPr>
        </p:nvSpPr>
        <p:spPr/>
        <p:txBody>
          <a:bodyPr/>
          <a:p>
            <a:endParaRPr lang="en-US"/>
          </a:p>
        </p:txBody>
      </p:sp>
      <p:sp>
        <p:nvSpPr>
          <p:cNvPr id="1048608"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1" name=""/>
        <p:cNvGrpSpPr/>
        <p:nvPr/>
      </p:nvGrpSpPr>
      <p:grpSpPr>
        <a:xfrm>
          <a:off x="0" y="0"/>
          <a:ext cx="0" cy="0"/>
          <a:chOff x="0" y="0"/>
          <a:chExt cx="0" cy="0"/>
        </a:xfrm>
      </p:grpSpPr>
      <p:sp>
        <p:nvSpPr>
          <p:cNvPr id="1048581" name="Title 1"/>
          <p:cNvSpPr>
            <a:spLocks noGrp="1"/>
          </p:cNvSpPr>
          <p:nvPr>
            <p:ph type="title"/>
          </p:nvPr>
        </p:nvSpPr>
        <p:spPr/>
        <p:txBody>
          <a:bodyPr/>
          <a:p>
            <a:r>
              <a:rPr lang="en-US" smtClean="0"/>
              <a:t>Click to edit Master title style</a:t>
            </a:r>
            <a:endParaRPr lang="en-US"/>
          </a:p>
        </p:txBody>
      </p:sp>
      <p:sp>
        <p:nvSpPr>
          <p:cNvPr id="104858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83"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25" name=""/>
        <p:cNvGrpSpPr/>
        <p:nvPr/>
      </p:nvGrpSpPr>
      <p:grpSpPr>
        <a:xfrm>
          <a:off x="0" y="0"/>
          <a:ext cx="0" cy="0"/>
          <a:chOff x="0" y="0"/>
          <a:chExt cx="0" cy="0"/>
        </a:xfrm>
      </p:grpSpPr>
      <p:sp>
        <p:nvSpPr>
          <p:cNvPr id="1048717"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718"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19"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720" name="Footer Placeholder 4"/>
          <p:cNvSpPr>
            <a:spLocks noGrp="1"/>
          </p:cNvSpPr>
          <p:nvPr>
            <p:ph type="ftr" sz="quarter" idx="11"/>
          </p:nvPr>
        </p:nvSpPr>
        <p:spPr/>
        <p:txBody>
          <a:bodyPr/>
          <a:p>
            <a:endParaRPr lang="en-US"/>
          </a:p>
        </p:txBody>
      </p:sp>
      <p:sp>
        <p:nvSpPr>
          <p:cNvPr id="1048721"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26" name=""/>
        <p:cNvGrpSpPr/>
        <p:nvPr/>
      </p:nvGrpSpPr>
      <p:grpSpPr>
        <a:xfrm>
          <a:off x="0" y="0"/>
          <a:ext cx="0" cy="0"/>
          <a:chOff x="0" y="0"/>
          <a:chExt cx="0" cy="0"/>
        </a:xfrm>
      </p:grpSpPr>
      <p:sp>
        <p:nvSpPr>
          <p:cNvPr id="1048722" name="Title 1"/>
          <p:cNvSpPr>
            <a:spLocks noGrp="1"/>
          </p:cNvSpPr>
          <p:nvPr>
            <p:ph type="title"/>
          </p:nvPr>
        </p:nvSpPr>
        <p:spPr/>
        <p:txBody>
          <a:bodyPr/>
          <a:p>
            <a:r>
              <a:rPr lang="en-US" smtClean="0"/>
              <a:t>Click to edit Master title style</a:t>
            </a:r>
            <a:endParaRPr lang="en-US"/>
          </a:p>
        </p:txBody>
      </p:sp>
      <p:sp>
        <p:nvSpPr>
          <p:cNvPr id="104872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5"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726" name="Footer Placeholder 5"/>
          <p:cNvSpPr>
            <a:spLocks noGrp="1"/>
          </p:cNvSpPr>
          <p:nvPr>
            <p:ph type="ftr" sz="quarter" idx="11"/>
          </p:nvPr>
        </p:nvSpPr>
        <p:spPr/>
        <p:txBody>
          <a:bodyPr/>
          <a:p>
            <a:endParaRPr lang="en-US"/>
          </a:p>
        </p:txBody>
      </p:sp>
      <p:sp>
        <p:nvSpPr>
          <p:cNvPr id="1048727"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27" name=""/>
        <p:cNvGrpSpPr/>
        <p:nvPr/>
      </p:nvGrpSpPr>
      <p:grpSpPr>
        <a:xfrm>
          <a:off x="0" y="0"/>
          <a:ext cx="0" cy="0"/>
          <a:chOff x="0" y="0"/>
          <a:chExt cx="0" cy="0"/>
        </a:xfrm>
      </p:grpSpPr>
      <p:sp>
        <p:nvSpPr>
          <p:cNvPr id="1048728" name="Title 1"/>
          <p:cNvSpPr>
            <a:spLocks noGrp="1"/>
          </p:cNvSpPr>
          <p:nvPr>
            <p:ph type="title"/>
          </p:nvPr>
        </p:nvSpPr>
        <p:spPr/>
        <p:txBody>
          <a:bodyPr/>
          <a:p>
            <a:r>
              <a:rPr lang="en-US" smtClean="0"/>
              <a:t>Click to edit Master title style</a:t>
            </a:r>
            <a:endParaRPr lang="en-US"/>
          </a:p>
        </p:txBody>
      </p:sp>
      <p:sp>
        <p:nvSpPr>
          <p:cNvPr id="1048729" name="Text Placeholder 2"/>
          <p:cNvSpPr>
            <a:spLocks noGrp="1"/>
          </p:cNvSpPr>
          <p:nvPr>
            <p:ph type="body" idx="1"/>
          </p:nvPr>
        </p:nvSpPr>
        <p:spPr>
          <a:xfrm>
            <a:off x="457200" y="1535113"/>
            <a:ext cx="4040188"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30"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31" name="Text Placeholder 4"/>
          <p:cNvSpPr>
            <a:spLocks noGrp="1"/>
          </p:cNvSpPr>
          <p:nvPr>
            <p:ph type="body" sz="quarter" idx="3"/>
          </p:nvPr>
        </p:nvSpPr>
        <p:spPr>
          <a:xfrm>
            <a:off x="4645025" y="1535113"/>
            <a:ext cx="4041775"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32"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33" name="Date Placeholder 6"/>
          <p:cNvSpPr>
            <a:spLocks noGrp="1"/>
          </p:cNvSpPr>
          <p:nvPr>
            <p:ph type="dt" sz="half" idx="10"/>
          </p:nvPr>
        </p:nvSpPr>
        <p:spPr/>
        <p:txBody>
          <a:bodyPr/>
          <a:p>
            <a:fld id="{5BCAD085-E8A6-8845-BD4E-CB4CCA059FC4}" type="datetimeFigureOut">
              <a:rPr lang="en-US" smtClean="0"/>
              <a:t>1/27/13</a:t>
            </a:fld>
            <a:endParaRPr lang="en-US"/>
          </a:p>
        </p:txBody>
      </p:sp>
      <p:sp>
        <p:nvSpPr>
          <p:cNvPr id="1048734" name="Footer Placeholder 7"/>
          <p:cNvSpPr>
            <a:spLocks noGrp="1"/>
          </p:cNvSpPr>
          <p:nvPr>
            <p:ph type="ftr" sz="quarter" idx="11"/>
          </p:nvPr>
        </p:nvSpPr>
        <p:spPr/>
        <p:txBody>
          <a:bodyPr/>
          <a:p>
            <a:endParaRPr lang="en-US"/>
          </a:p>
        </p:txBody>
      </p:sp>
      <p:sp>
        <p:nvSpPr>
          <p:cNvPr id="1048735" name="Slide Number Placeholder 8"/>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21" name=""/>
        <p:cNvGrpSpPr/>
        <p:nvPr/>
      </p:nvGrpSpPr>
      <p:grpSpPr>
        <a:xfrm>
          <a:off x="0" y="0"/>
          <a:ext cx="0" cy="0"/>
          <a:chOff x="0" y="0"/>
          <a:chExt cx="0" cy="0"/>
        </a:xfrm>
      </p:grpSpPr>
      <p:sp>
        <p:nvSpPr>
          <p:cNvPr id="1048697" name="Title 1"/>
          <p:cNvSpPr>
            <a:spLocks noGrp="1"/>
          </p:cNvSpPr>
          <p:nvPr>
            <p:ph type="title"/>
          </p:nvPr>
        </p:nvSpPr>
        <p:spPr/>
        <p:txBody>
          <a:bodyPr/>
          <a:p>
            <a:r>
              <a:rPr lang="en-US" smtClean="0"/>
              <a:t>Click to edit Master title style</a:t>
            </a:r>
            <a:endParaRPr lang="en-US"/>
          </a:p>
        </p:txBody>
      </p:sp>
      <p:sp>
        <p:nvSpPr>
          <p:cNvPr id="1048698" name="Date Placeholder 2"/>
          <p:cNvSpPr>
            <a:spLocks noGrp="1"/>
          </p:cNvSpPr>
          <p:nvPr>
            <p:ph type="dt" sz="half" idx="10"/>
          </p:nvPr>
        </p:nvSpPr>
        <p:spPr/>
        <p:txBody>
          <a:bodyPr/>
          <a:p>
            <a:fld id="{5BCAD085-E8A6-8845-BD4E-CB4CCA059FC4}" type="datetimeFigureOut">
              <a:rPr lang="en-US" smtClean="0"/>
              <a:t>1/27/13</a:t>
            </a:fld>
            <a:endParaRPr lang="en-US"/>
          </a:p>
        </p:txBody>
      </p:sp>
      <p:sp>
        <p:nvSpPr>
          <p:cNvPr id="1048699" name="Footer Placeholder 3"/>
          <p:cNvSpPr>
            <a:spLocks noGrp="1"/>
          </p:cNvSpPr>
          <p:nvPr>
            <p:ph type="ftr" sz="quarter" idx="11"/>
          </p:nvPr>
        </p:nvSpPr>
        <p:spPr/>
        <p:txBody>
          <a:bodyPr/>
          <a:p>
            <a:endParaRPr lang="en-US"/>
          </a:p>
        </p:txBody>
      </p:sp>
      <p:sp>
        <p:nvSpPr>
          <p:cNvPr id="1048700" name="Slide Number Placeholder 4"/>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8" name=""/>
        <p:cNvGrpSpPr/>
        <p:nvPr/>
      </p:nvGrpSpPr>
      <p:grpSpPr>
        <a:xfrm>
          <a:off x="0" y="0"/>
          <a:ext cx="0" cy="0"/>
          <a:chOff x="0" y="0"/>
          <a:chExt cx="0" cy="0"/>
        </a:xfrm>
      </p:grpSpPr>
      <p:sp>
        <p:nvSpPr>
          <p:cNvPr id="1048590" name="Date Placeholder 1"/>
          <p:cNvSpPr>
            <a:spLocks noGrp="1"/>
          </p:cNvSpPr>
          <p:nvPr>
            <p:ph type="dt" sz="half" idx="10"/>
          </p:nvPr>
        </p:nvSpPr>
        <p:spPr/>
        <p:txBody>
          <a:bodyPr/>
          <a:p>
            <a:fld id="{5BCAD085-E8A6-8845-BD4E-CB4CCA059FC4}" type="datetimeFigureOut">
              <a:rPr lang="en-US" smtClean="0"/>
              <a:t>1/27/13</a:t>
            </a:fld>
            <a:endParaRPr lang="en-US"/>
          </a:p>
        </p:txBody>
      </p:sp>
      <p:sp>
        <p:nvSpPr>
          <p:cNvPr id="1048591" name="Footer Placeholder 2"/>
          <p:cNvSpPr>
            <a:spLocks noGrp="1"/>
          </p:cNvSpPr>
          <p:nvPr>
            <p:ph type="ftr" sz="quarter" idx="11"/>
          </p:nvPr>
        </p:nvSpPr>
        <p:spPr/>
        <p:txBody>
          <a:bodyPr/>
          <a:p>
            <a:endParaRPr lang="en-US"/>
          </a:p>
        </p:txBody>
      </p:sp>
      <p:sp>
        <p:nvSpPr>
          <p:cNvPr id="1048592" name="Slide Number Placeholder 3"/>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28" name=""/>
        <p:cNvGrpSpPr/>
        <p:nvPr/>
      </p:nvGrpSpPr>
      <p:grpSpPr>
        <a:xfrm>
          <a:off x="0" y="0"/>
          <a:ext cx="0" cy="0"/>
          <a:chOff x="0" y="0"/>
          <a:chExt cx="0" cy="0"/>
        </a:xfrm>
      </p:grpSpPr>
      <p:sp>
        <p:nvSpPr>
          <p:cNvPr id="1048736"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737"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38"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39"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740" name="Footer Placeholder 5"/>
          <p:cNvSpPr>
            <a:spLocks noGrp="1"/>
          </p:cNvSpPr>
          <p:nvPr>
            <p:ph type="ftr" sz="quarter" idx="11"/>
          </p:nvPr>
        </p:nvSpPr>
        <p:spPr/>
        <p:txBody>
          <a:bodyPr/>
          <a:p>
            <a:endParaRPr lang="en-US"/>
          </a:p>
        </p:txBody>
      </p:sp>
      <p:sp>
        <p:nvSpPr>
          <p:cNvPr id="1048741"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23" name=""/>
        <p:cNvGrpSpPr/>
        <p:nvPr/>
      </p:nvGrpSpPr>
      <p:grpSpPr>
        <a:xfrm>
          <a:off x="0" y="0"/>
          <a:ext cx="0" cy="0"/>
          <a:chOff x="0" y="0"/>
          <a:chExt cx="0" cy="0"/>
        </a:xfrm>
      </p:grpSpPr>
      <p:sp>
        <p:nvSpPr>
          <p:cNvPr id="104870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707"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708"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09"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710" name="Footer Placeholder 5"/>
          <p:cNvSpPr>
            <a:spLocks noGrp="1"/>
          </p:cNvSpPr>
          <p:nvPr>
            <p:ph type="ftr" sz="quarter" idx="11"/>
          </p:nvPr>
        </p:nvSpPr>
        <p:spPr/>
        <p:txBody>
          <a:bodyPr/>
          <a:p>
            <a:endParaRPr lang="en-US"/>
          </a:p>
        </p:txBody>
      </p:sp>
      <p:sp>
        <p:nvSpPr>
          <p:cNvPr id="1048711"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24" name=""/>
        <p:cNvGrpSpPr/>
        <p:nvPr/>
      </p:nvGrpSpPr>
      <p:grpSpPr>
        <a:xfrm>
          <a:off x="0" y="0"/>
          <a:ext cx="0" cy="0"/>
          <a:chOff x="0" y="0"/>
          <a:chExt cx="0" cy="0"/>
        </a:xfrm>
      </p:grpSpPr>
      <p:sp>
        <p:nvSpPr>
          <p:cNvPr id="1048712" name="Title 1"/>
          <p:cNvSpPr>
            <a:spLocks noGrp="1"/>
          </p:cNvSpPr>
          <p:nvPr>
            <p:ph type="title"/>
          </p:nvPr>
        </p:nvSpPr>
        <p:spPr/>
        <p:txBody>
          <a:bodyPr/>
          <a:p>
            <a:r>
              <a:rPr lang="en-US" smtClean="0"/>
              <a:t>Click to edit Master title style</a:t>
            </a:r>
            <a:endParaRPr lang="en-US"/>
          </a:p>
        </p:txBody>
      </p:sp>
      <p:sp>
        <p:nvSpPr>
          <p:cNvPr id="1048713"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14"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715" name="Footer Placeholder 4"/>
          <p:cNvSpPr>
            <a:spLocks noGrp="1"/>
          </p:cNvSpPr>
          <p:nvPr>
            <p:ph type="ftr" sz="quarter" idx="11"/>
          </p:nvPr>
        </p:nvSpPr>
        <p:spPr/>
        <p:txBody>
          <a:bodyPr/>
          <a:p>
            <a:endParaRPr lang="en-US"/>
          </a:p>
        </p:txBody>
      </p:sp>
      <p:sp>
        <p:nvSpPr>
          <p:cNvPr id="1048716"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22" name=""/>
        <p:cNvGrpSpPr/>
        <p:nvPr/>
      </p:nvGrpSpPr>
      <p:grpSpPr>
        <a:xfrm>
          <a:off x="0" y="0"/>
          <a:ext cx="0" cy="0"/>
          <a:chOff x="0" y="0"/>
          <a:chExt cx="0" cy="0"/>
        </a:xfrm>
      </p:grpSpPr>
      <p:sp>
        <p:nvSpPr>
          <p:cNvPr id="1048701"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702"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3"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704" name="Footer Placeholder 4"/>
          <p:cNvSpPr>
            <a:spLocks noGrp="1"/>
          </p:cNvSpPr>
          <p:nvPr>
            <p:ph type="ftr" sz="quarter" idx="11"/>
          </p:nvPr>
        </p:nvSpPr>
        <p:spPr/>
        <p:txBody>
          <a:bodyPr/>
          <a:p>
            <a:endParaRPr lang="en-US"/>
          </a:p>
        </p:txBody>
      </p:sp>
      <p:sp>
        <p:nvSpPr>
          <p:cNvPr id="1048705"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49"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txStyles>
    <p:titleStyle>
      <a:lvl1pPr algn="ctr" defTabSz="457200" eaLnBrk="1" hangingPunct="1" latinLnBrk="0" rtl="0">
        <a:spcBef>
          <a:spcPct val="0"/>
        </a:spcBef>
        <a:buNone/>
        <a:defRPr sz="4400" kern="1200">
          <a:solidFill>
            <a:schemeClr val="tx1"/>
          </a:solidFill>
          <a:latin typeface="+mj-lt"/>
          <a:ea typeface="+mj-ea"/>
          <a:cs typeface="+mj-cs"/>
        </a:defRPr>
      </a:lvl1pPr>
    </p:titleStyle>
    <p:bodyStyle>
      <a:lvl1pPr algn="l" defTabSz="457200" eaLnBrk="1" hangingPunct="1" indent="-342900" latinLnBrk="0" marL="342900" rtl="0">
        <a:spcBef>
          <a:spcPct val="20000"/>
        </a:spcBef>
        <a:buFont typeface="Arial"/>
        <a:buChar char="•"/>
        <a:defRPr sz="3200" kern="1200">
          <a:solidFill>
            <a:schemeClr val="tx1"/>
          </a:solidFill>
          <a:latin typeface="+mn-lt"/>
          <a:ea typeface="+mn-ea"/>
          <a:cs typeface="+mn-cs"/>
        </a:defRPr>
      </a:lvl1pPr>
      <a:lvl2pPr algn="l" defTabSz="457200" eaLnBrk="1" hangingPunct="1" indent="-285750" latinLnBrk="0" marL="742950" rtl="0">
        <a:spcBef>
          <a:spcPct val="20000"/>
        </a:spcBef>
        <a:buFont typeface="Arial"/>
        <a:buChar char="–"/>
        <a:defRPr sz="2800" kern="1200">
          <a:solidFill>
            <a:schemeClr val="tx1"/>
          </a:solidFill>
          <a:latin typeface="+mn-lt"/>
          <a:ea typeface="+mn-ea"/>
          <a:cs typeface="+mn-cs"/>
        </a:defRPr>
      </a:lvl2pPr>
      <a:lvl3pPr algn="l" defTabSz="457200" eaLnBrk="1" hangingPunct="1" indent="-228600" latinLnBrk="0" marL="1143000" rtl="0">
        <a:spcBef>
          <a:spcPct val="20000"/>
        </a:spcBef>
        <a:buFont typeface="Arial"/>
        <a:buChar char="•"/>
        <a:defRPr sz="2400" kern="1200">
          <a:solidFill>
            <a:schemeClr val="tx1"/>
          </a:solidFill>
          <a:latin typeface="+mn-lt"/>
          <a:ea typeface="+mn-ea"/>
          <a:cs typeface="+mn-cs"/>
        </a:defRPr>
      </a:lvl3pPr>
      <a:lvl4pPr algn="l" defTabSz="457200" eaLnBrk="1" hangingPunct="1" indent="-228600" latinLnBrk="0" marL="1600200" rtl="0">
        <a:spcBef>
          <a:spcPct val="20000"/>
        </a:spcBef>
        <a:buFont typeface="Arial"/>
        <a:buChar char="–"/>
        <a:defRPr sz="2000" kern="1200">
          <a:solidFill>
            <a:schemeClr val="tx1"/>
          </a:solidFill>
          <a:latin typeface="+mn-lt"/>
          <a:ea typeface="+mn-ea"/>
          <a:cs typeface="+mn-cs"/>
        </a:defRPr>
      </a:lvl4pPr>
      <a:lvl5pPr algn="l" defTabSz="457200" eaLnBrk="1" hangingPunct="1" indent="-228600" latinLnBrk="0" marL="2057400" rtl="0">
        <a:spcBef>
          <a:spcPct val="20000"/>
        </a:spcBef>
        <a:buFont typeface="Arial"/>
        <a:buChar char="»"/>
        <a:defRPr sz="2000" kern="1200">
          <a:solidFill>
            <a:schemeClr val="tx1"/>
          </a:solidFill>
          <a:latin typeface="+mn-lt"/>
          <a:ea typeface="+mn-ea"/>
          <a:cs typeface="+mn-cs"/>
        </a:defRPr>
      </a:lvl5pPr>
      <a:lvl6pPr algn="l" defTabSz="457200" eaLnBrk="1" hangingPunct="1" indent="-228600" latinLnBrk="0" marL="2514600" rtl="0">
        <a:spcBef>
          <a:spcPct val="20000"/>
        </a:spcBef>
        <a:buFont typeface="Arial"/>
        <a:buChar char="•"/>
        <a:defRPr sz="2000" kern="12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sz="2000" kern="12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sz="2000" kern="12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sz="2000" kern="1200">
          <a:solidFill>
            <a:schemeClr val="tx1"/>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p:grpSpPr>
      <p:sp>
        <p:nvSpPr>
          <p:cNvPr id="1048609" name="Title 1"/>
          <p:cNvSpPr>
            <a:spLocks noGrp="1"/>
          </p:cNvSpPr>
          <p:nvPr>
            <p:ph type="ctrTitle"/>
          </p:nvPr>
        </p:nvSpPr>
        <p:spPr>
          <a:xfrm>
            <a:off x="272714" y="2145464"/>
            <a:ext cx="7772400" cy="1470025"/>
          </a:xfrm>
        </p:spPr>
        <p:txBody>
          <a:bodyPr/>
          <a:p>
            <a:r>
              <a:t>Information Technology</a:t>
            </a:r>
          </a:p>
        </p:txBody>
      </p:sp>
      <p:sp>
        <p:nvSpPr>
          <p:cNvPr id="1048752" name=""/>
          <p:cNvSpPr txBox="1"/>
          <p:nvPr/>
        </p:nvSpPr>
        <p:spPr>
          <a:xfrm>
            <a:off x="4158914" y="3787728"/>
            <a:ext cx="6120566" cy="510540"/>
          </a:xfrm>
          <a:prstGeom prst="rect"/>
        </p:spPr>
        <p:txBody>
          <a:bodyPr rtlCol="0" wrap="square">
            <a:spAutoFit/>
          </a:bodyPr>
          <a:p>
            <a:r>
              <a:rPr altLang="en-IN" sz="2800" lang="en-US">
                <a:solidFill>
                  <a:srgbClr val="000000"/>
                </a:solidFill>
              </a:rPr>
              <a:t>B</a:t>
            </a:r>
            <a:r>
              <a:rPr altLang="en-IN" sz="2800" lang="en-US">
                <a:solidFill>
                  <a:srgbClr val="000000"/>
                </a:solidFill>
              </a:rPr>
              <a:t>y</a:t>
            </a:r>
            <a:r>
              <a:rPr altLang="en-IN" sz="2800" lang="en-US">
                <a:solidFill>
                  <a:srgbClr val="000000"/>
                </a:solidFill>
              </a:rPr>
              <a:t> </a:t>
            </a:r>
            <a:r>
              <a:rPr altLang="en-IN" sz="2800" lang="en-US">
                <a:solidFill>
                  <a:srgbClr val="000000"/>
                </a:solidFill>
              </a:rPr>
              <a:t>D</a:t>
            </a:r>
            <a:r>
              <a:rPr altLang="en-IN" sz="2800" lang="en-US">
                <a:solidFill>
                  <a:srgbClr val="000000"/>
                </a:solidFill>
              </a:rPr>
              <a:t>e</a:t>
            </a:r>
            <a:r>
              <a:rPr altLang="en-IN" sz="2800" lang="en-US">
                <a:solidFill>
                  <a:srgbClr val="000000"/>
                </a:solidFill>
              </a:rPr>
              <a:t>b</a:t>
            </a:r>
            <a:r>
              <a:rPr altLang="en-IN" sz="2800" lang="en-US">
                <a:solidFill>
                  <a:srgbClr val="000000"/>
                </a:solidFill>
              </a:rPr>
              <a:t>i</a:t>
            </a:r>
            <a:r>
              <a:rPr altLang="en-IN" sz="2800" lang="en-US">
                <a:solidFill>
                  <a:srgbClr val="000000"/>
                </a:solidFill>
              </a:rPr>
              <a:t>r</a:t>
            </a:r>
            <a:r>
              <a:rPr altLang="en-IN" sz="2800" lang="en-US">
                <a:solidFill>
                  <a:srgbClr val="000000"/>
                </a:solidFill>
              </a:rPr>
              <a:t>upa </a:t>
            </a:r>
            <a:r>
              <a:rPr altLang="en-IN" sz="2800" lang="en-US">
                <a:solidFill>
                  <a:srgbClr val="000000"/>
                </a:solidFill>
              </a:rPr>
              <a:t>C</a:t>
            </a:r>
            <a:r>
              <a:rPr altLang="en-IN" sz="2800" lang="en-US">
                <a:solidFill>
                  <a:srgbClr val="000000"/>
                </a:solidFill>
              </a:rPr>
              <a:t>h</a:t>
            </a:r>
            <a:r>
              <a:rPr altLang="en-IN" sz="2800" lang="en-US">
                <a:solidFill>
                  <a:srgbClr val="000000"/>
                </a:solidFill>
              </a:rPr>
              <a:t>a</a:t>
            </a:r>
            <a:r>
              <a:rPr altLang="en-IN" sz="2800" lang="en-US">
                <a:solidFill>
                  <a:srgbClr val="000000"/>
                </a:solidFill>
              </a:rPr>
              <a:t>k</a:t>
            </a:r>
            <a:r>
              <a:rPr altLang="en-IN" sz="2800" lang="en-US">
                <a:solidFill>
                  <a:srgbClr val="000000"/>
                </a:solidFill>
              </a:rPr>
              <a:t>raborty </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p:grpSpPr>
      <p:sp>
        <p:nvSpPr>
          <p:cNvPr id="1048611" name="Title 1"/>
          <p:cNvSpPr>
            <a:spLocks noGrp="1"/>
          </p:cNvSpPr>
          <p:nvPr>
            <p:ph type="title"/>
          </p:nvPr>
        </p:nvSpPr>
        <p:spPr/>
        <p:txBody>
          <a:bodyPr/>
          <a:p>
            <a:r>
              <a:t>Agenda</a:t>
            </a:r>
          </a:p>
        </p:txBody>
      </p:sp>
      <p:sp>
        <p:nvSpPr>
          <p:cNvPr id="1048612" name="Content Placeholder 2"/>
          <p:cNvSpPr>
            <a:spLocks noGrp="1"/>
          </p:cNvSpPr>
          <p:nvPr>
            <p:ph idx="1"/>
          </p:nvPr>
        </p:nvSpPr>
        <p:spPr/>
        <p:txBody>
          <a:bodyPr/>
          <a:p>
            <a:r>
              <a:t>Introduction to IT</a:t>
            </a:r>
          </a:p>
          <a:p>
            <a:r>
              <a:t>Role of IT</a:t>
            </a:r>
          </a:p>
          <a:p>
            <a:r>
              <a:t>ERP Systems</a:t>
            </a:r>
          </a:p>
          <a:p>
            <a:r>
              <a:t>Cybersecurity</a:t>
            </a:r>
          </a:p>
          <a:p>
            <a:r>
              <a:t>Future Scope of IT</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p:grpSpPr>
      <p:sp>
        <p:nvSpPr>
          <p:cNvPr id="1048613" name="Title 1"/>
          <p:cNvSpPr>
            <a:spLocks noGrp="1"/>
          </p:cNvSpPr>
          <p:nvPr>
            <p:ph type="title"/>
          </p:nvPr>
        </p:nvSpPr>
        <p:spPr>
          <a:xfrm>
            <a:off x="457200" y="534866"/>
            <a:ext cx="8229600" cy="1143000"/>
          </a:xfrm>
        </p:spPr>
        <p:txBody>
          <a:bodyPr>
            <a:normAutofit fontScale="90000"/>
          </a:bodyPr>
          <a:p>
            <a:r>
              <a:t>Introduction to Information Technology</a:t>
            </a:r>
          </a:p>
        </p:txBody>
      </p:sp>
      <p:sp>
        <p:nvSpPr>
          <p:cNvPr id="1048614" name="Content Placeholder 2"/>
          <p:cNvSpPr>
            <a:spLocks noGrp="1"/>
          </p:cNvSpPr>
          <p:nvPr>
            <p:ph idx="1"/>
          </p:nvPr>
        </p:nvSpPr>
        <p:spPr>
          <a:xfrm rot="443">
            <a:off x="462291" y="2256101"/>
            <a:ext cx="7907833" cy="4601389"/>
          </a:xfrm>
        </p:spPr>
        <p:txBody>
          <a:bodyPr/>
          <a:p>
            <a:r>
              <a:t>Information Technology (IT) refers to the use of computers, software, networks, and systems to manage and process information.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p:grpSpPr>
      <p:sp>
        <p:nvSpPr>
          <p:cNvPr id="1048615" name="Title 1"/>
          <p:cNvSpPr>
            <a:spLocks noGrp="1"/>
          </p:cNvSpPr>
          <p:nvPr>
            <p:ph type="title"/>
          </p:nvPr>
        </p:nvSpPr>
        <p:spPr>
          <a:xfrm>
            <a:off x="455381" y="475522"/>
            <a:ext cx="8229600" cy="1143000"/>
          </a:xfrm>
        </p:spPr>
        <p:txBody>
          <a:bodyPr>
            <a:normAutofit fontScale="90000"/>
          </a:bodyPr>
          <a:p>
            <a:r>
              <a:t>History of Information Technology</a:t>
            </a:r>
          </a:p>
        </p:txBody>
      </p:sp>
      <p:sp>
        <p:nvSpPr>
          <p:cNvPr id="1048616" name="Content Placeholder 2"/>
          <p:cNvSpPr>
            <a:spLocks noGrp="1"/>
          </p:cNvSpPr>
          <p:nvPr>
            <p:ph idx="1"/>
          </p:nvPr>
        </p:nvSpPr>
        <p:spPr>
          <a:xfrm rot="1499">
            <a:off x="456291" y="2273802"/>
            <a:ext cx="8229600" cy="4168188"/>
          </a:xfrm>
        </p:spPr>
        <p:txBody>
          <a:bodyPr/>
          <a:p>
            <a:r>
              <a:t>Early computing machines</a:t>
            </a:r>
          </a:p>
          <a:p>
            <a:r>
              <a:t>Development of computers</a:t>
            </a:r>
          </a:p>
          <a:p>
            <a:r>
              <a:t>Growth of the internet</a:t>
            </a:r>
          </a:p>
          <a:p>
            <a:r>
              <a:t>Modern digital technologies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p:grpSpPr>
      <p:sp>
        <p:nvSpPr>
          <p:cNvPr id="1048617" name="Title 1"/>
          <p:cNvSpPr>
            <a:spLocks noGrp="1"/>
          </p:cNvSpPr>
          <p:nvPr>
            <p:ph type="title"/>
          </p:nvPr>
        </p:nvSpPr>
        <p:spPr/>
        <p:txBody>
          <a:bodyPr>
            <a:normAutofit fontScale="90000"/>
          </a:bodyPr>
          <a:p>
            <a:r>
              <a:t>Importance of Information Technology</a:t>
            </a:r>
          </a:p>
        </p:txBody>
      </p:sp>
      <p:sp>
        <p:nvSpPr>
          <p:cNvPr id="1048618" name="Content Placeholder 2"/>
          <p:cNvSpPr>
            <a:spLocks noGrp="1"/>
          </p:cNvSpPr>
          <p:nvPr>
            <p:ph idx="1"/>
          </p:nvPr>
        </p:nvSpPr>
        <p:spPr>
          <a:xfrm>
            <a:off x="457199" y="1884397"/>
            <a:ext cx="8229600" cy="4525963"/>
          </a:xfrm>
        </p:spPr>
        <p:txBody>
          <a:bodyPr/>
          <a:p>
            <a:r>
              <a:t>Communication</a:t>
            </a:r>
          </a:p>
          <a:p>
            <a:r>
              <a:t>Business operations</a:t>
            </a:r>
          </a:p>
          <a:p>
            <a:r>
              <a:t>Education</a:t>
            </a:r>
          </a:p>
          <a:p>
            <a:r>
              <a:t>Healthcare</a:t>
            </a:r>
          </a:p>
          <a:p>
            <a:r>
              <a:t>Banking</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p:grpSpPr>
      <p:sp>
        <p:nvSpPr>
          <p:cNvPr id="1048619" name="Title 1"/>
          <p:cNvSpPr>
            <a:spLocks noGrp="1"/>
          </p:cNvSpPr>
          <p:nvPr>
            <p:ph type="title"/>
          </p:nvPr>
        </p:nvSpPr>
        <p:spPr>
          <a:xfrm>
            <a:off x="457199" y="0"/>
            <a:ext cx="8229600" cy="1143000"/>
          </a:xfrm>
        </p:spPr>
        <p:txBody>
          <a:bodyPr>
            <a:normAutofit fontScale="93182"/>
          </a:bodyPr>
          <a:p>
            <a:r>
              <a:t>Role of Information Technology</a:t>
            </a:r>
          </a:p>
        </p:txBody>
      </p:sp>
      <p:sp>
        <p:nvSpPr>
          <p:cNvPr id="1048620" name="Content Placeholder 2"/>
          <p:cNvSpPr>
            <a:spLocks noGrp="1"/>
          </p:cNvSpPr>
          <p:nvPr>
            <p:ph idx="1"/>
          </p:nvPr>
        </p:nvSpPr>
        <p:spPr>
          <a:xfrm>
            <a:off x="29647" y="1166019"/>
            <a:ext cx="9104038" cy="4525963"/>
          </a:xfrm>
        </p:spPr>
        <p:txBody>
          <a:bodyPr>
            <a:normAutofit fontScale="96875"/>
          </a:bodyPr>
          <a:p>
            <a:r>
              <a:t>IT improves communication, productivity, and decision-making in organizations.</a:t>
            </a:r>
          </a:p>
          <a:p>
            <a:r>
              <a:rPr altLang="en-IN" lang="en-US"/>
              <a:t>IT professionals secure digital assets against cyber threats using firewalls and encryption, which is crucial for protecting customer trust.</a:t>
            </a:r>
            <a:endParaRPr altLang="en-US" lang="zh-CN"/>
          </a:p>
          <a:p>
            <a:r>
              <a:rPr altLang="en-IN" lang="en-US"/>
              <a:t>IT supports online learning platforms, digital resources, and telemedicine, improving access to information and care.</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p:grpSpPr>
      <p:sp>
        <p:nvSpPr>
          <p:cNvPr id="1048621" name="Title 1"/>
          <p:cNvSpPr>
            <a:spLocks noGrp="1"/>
          </p:cNvSpPr>
          <p:nvPr>
            <p:ph type="title"/>
          </p:nvPr>
        </p:nvSpPr>
        <p:spPr/>
        <p:txBody>
          <a:bodyPr/>
          <a:p>
            <a:r>
              <a:t>IT in Education</a:t>
            </a:r>
          </a:p>
        </p:txBody>
      </p:sp>
      <p:sp>
        <p:nvSpPr>
          <p:cNvPr id="1048622" name="Content Placeholder 2"/>
          <p:cNvSpPr>
            <a:spLocks noGrp="1"/>
          </p:cNvSpPr>
          <p:nvPr>
            <p:ph idx="1"/>
          </p:nvPr>
        </p:nvSpPr>
        <p:spPr/>
        <p:txBody>
          <a:bodyPr/>
          <a:p>
            <a:r>
              <a:t>Online learning</a:t>
            </a:r>
          </a:p>
          <a:p>
            <a:r>
              <a:t>Smart classrooms</a:t>
            </a:r>
          </a:p>
          <a:p>
            <a:r>
              <a:t>E-books and digital libraries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p:grpSpPr>
      <p:sp>
        <p:nvSpPr>
          <p:cNvPr id="1048623" name="Title 1"/>
          <p:cNvSpPr>
            <a:spLocks noGrp="1"/>
          </p:cNvSpPr>
          <p:nvPr>
            <p:ph type="title"/>
          </p:nvPr>
        </p:nvSpPr>
        <p:spPr/>
        <p:txBody>
          <a:bodyPr/>
          <a:p>
            <a:r>
              <a:t>IT in Healthcare</a:t>
            </a:r>
          </a:p>
        </p:txBody>
      </p:sp>
      <p:sp>
        <p:nvSpPr>
          <p:cNvPr id="1048624" name="Content Placeholder 2"/>
          <p:cNvSpPr>
            <a:spLocks noGrp="1"/>
          </p:cNvSpPr>
          <p:nvPr>
            <p:ph idx="1"/>
          </p:nvPr>
        </p:nvSpPr>
        <p:spPr>
          <a:xfrm>
            <a:off x="457200" y="1746297"/>
            <a:ext cx="8229600" cy="4525963"/>
          </a:xfrm>
        </p:spPr>
        <p:txBody>
          <a:bodyPr/>
          <a:p>
            <a:r>
              <a:t>Electronic health records</a:t>
            </a:r>
          </a:p>
          <a:p>
            <a:r>
              <a:t>Telemedicine</a:t>
            </a:r>
          </a:p>
          <a:p>
            <a:r>
              <a:t>Medical research</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p:grpSpPr>
      <p:sp>
        <p:nvSpPr>
          <p:cNvPr id="1048625" name="Title 1"/>
          <p:cNvSpPr>
            <a:spLocks noGrp="1"/>
          </p:cNvSpPr>
          <p:nvPr>
            <p:ph type="title"/>
          </p:nvPr>
        </p:nvSpPr>
        <p:spPr/>
        <p:txBody>
          <a:bodyPr/>
          <a:p>
            <a:r>
              <a:t>IT in Banking</a:t>
            </a:r>
          </a:p>
        </p:txBody>
      </p:sp>
      <p:sp>
        <p:nvSpPr>
          <p:cNvPr id="1048626" name="Content Placeholder 2"/>
          <p:cNvSpPr>
            <a:spLocks noGrp="1"/>
          </p:cNvSpPr>
          <p:nvPr>
            <p:ph idx="1"/>
          </p:nvPr>
        </p:nvSpPr>
        <p:spPr/>
        <p:txBody>
          <a:bodyPr/>
          <a:p>
            <a:r>
              <a:t>Online banking</a:t>
            </a:r>
          </a:p>
          <a:p>
            <a:r>
              <a:t>Digital payments</a:t>
            </a:r>
          </a:p>
          <a:p>
            <a:r>
              <a:t>ATM services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p:grpSpPr>
      <p:sp>
        <p:nvSpPr>
          <p:cNvPr id="1048627" name="Title 1"/>
          <p:cNvSpPr>
            <a:spLocks noGrp="1"/>
          </p:cNvSpPr>
          <p:nvPr>
            <p:ph type="title"/>
          </p:nvPr>
        </p:nvSpPr>
        <p:spPr/>
        <p:txBody>
          <a:bodyPr/>
          <a:p>
            <a:r>
              <a:t>IT in Entertainment</a:t>
            </a:r>
          </a:p>
        </p:txBody>
      </p:sp>
      <p:sp>
        <p:nvSpPr>
          <p:cNvPr id="1048628" name="Content Placeholder 2"/>
          <p:cNvSpPr>
            <a:spLocks noGrp="1"/>
          </p:cNvSpPr>
          <p:nvPr>
            <p:ph idx="1"/>
          </p:nvPr>
        </p:nvSpPr>
        <p:spPr/>
        <p:txBody>
          <a:bodyPr/>
          <a:p>
            <a:r>
              <a:t>Streaming platforms</a:t>
            </a:r>
          </a:p>
          <a:p>
            <a:r>
              <a:t>Gaming industry</a:t>
            </a:r>
          </a:p>
          <a:p>
            <a:r>
              <a:t>Digital media</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p:grpSpPr>
      <p:sp>
        <p:nvSpPr>
          <p:cNvPr id="1048629" name="Title 1"/>
          <p:cNvSpPr>
            <a:spLocks noGrp="1"/>
          </p:cNvSpPr>
          <p:nvPr>
            <p:ph type="title"/>
          </p:nvPr>
        </p:nvSpPr>
        <p:spPr/>
        <p:txBody>
          <a:bodyPr>
            <a:normAutofit fontScale="90000"/>
          </a:bodyPr>
          <a:p>
            <a:r>
              <a:t>Advantages of Information Technology</a:t>
            </a:r>
          </a:p>
        </p:txBody>
      </p:sp>
      <p:sp>
        <p:nvSpPr>
          <p:cNvPr id="1048630" name="Content Placeholder 2"/>
          <p:cNvSpPr>
            <a:spLocks noGrp="1"/>
          </p:cNvSpPr>
          <p:nvPr>
            <p:ph idx="1"/>
          </p:nvPr>
        </p:nvSpPr>
        <p:spPr>
          <a:xfrm>
            <a:off x="457200" y="2116913"/>
            <a:ext cx="8229600" cy="4009250"/>
          </a:xfrm>
        </p:spPr>
        <p:txBody>
          <a:bodyPr/>
          <a:p>
            <a:r>
              <a:t>Faster communication</a:t>
            </a:r>
          </a:p>
          <a:p>
            <a:r>
              <a:t>Easy access to information</a:t>
            </a:r>
          </a:p>
          <a:p>
            <a:r>
              <a:t>Automation</a:t>
            </a:r>
          </a:p>
          <a:p>
            <a:r>
              <a:t>Global connectivity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p:grpSpPr>
      <p:sp>
        <p:nvSpPr>
          <p:cNvPr id="1048631" name="Title 1"/>
          <p:cNvSpPr>
            <a:spLocks noGrp="1"/>
          </p:cNvSpPr>
          <p:nvPr>
            <p:ph type="title"/>
          </p:nvPr>
        </p:nvSpPr>
        <p:spPr/>
        <p:txBody>
          <a:bodyPr/>
          <a:p>
            <a:r>
              <a:t>Improved Communication</a:t>
            </a:r>
          </a:p>
        </p:txBody>
      </p:sp>
      <p:sp>
        <p:nvSpPr>
          <p:cNvPr id="1048632" name="Content Placeholder 2"/>
          <p:cNvSpPr>
            <a:spLocks noGrp="1"/>
          </p:cNvSpPr>
          <p:nvPr>
            <p:ph idx="1"/>
          </p:nvPr>
        </p:nvSpPr>
        <p:spPr>
          <a:xfrm>
            <a:off x="0" y="1417638"/>
            <a:ext cx="9203943" cy="5265045"/>
          </a:xfrm>
        </p:spPr>
        <p:txBody>
          <a:bodyPr/>
          <a:p>
            <a:r>
              <a:rPr altLang="en-IN" lang="en-US"/>
              <a:t>Instant Interaction: Tools like email, instant messaging (e.g., WhatsApp, Messenger), and video conferencing (e.g., Zoom, Microsoft Teams) allow for real-time connection across continents</a:t>
            </a:r>
            <a:r>
              <a:rPr altLang="en-IN" lang="en-US"/>
              <a:t>.</a:t>
            </a:r>
            <a:endParaRPr altLang="en-US" lang="zh-CN"/>
          </a:p>
          <a:p>
            <a:r>
              <a:rPr altLang="en-IN" lang="en-US"/>
              <a:t>Mobile Accessibility: Smartphones ensure that people are reachable anywhere, facilitating constant connectivity for both personal and professional needs.</a:t>
            </a:r>
            <a:endParaRPr altLang="en-US" lang="zh-CN"/>
          </a:p>
          <a:p>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p:grpSpPr>
      <p:sp>
        <p:nvSpPr>
          <p:cNvPr id="1048633" name="Title 1"/>
          <p:cNvSpPr>
            <a:spLocks noGrp="1"/>
          </p:cNvSpPr>
          <p:nvPr>
            <p:ph type="title"/>
          </p:nvPr>
        </p:nvSpPr>
        <p:spPr/>
        <p:txBody>
          <a:bodyPr>
            <a:normAutofit fontScale="95455"/>
          </a:bodyPr>
          <a:p>
            <a:r>
              <a:t>Data Storage and Management</a:t>
            </a:r>
          </a:p>
        </p:txBody>
      </p:sp>
      <p:sp>
        <p:nvSpPr>
          <p:cNvPr id="1048634" name="Content Placeholder 2"/>
          <p:cNvSpPr>
            <a:spLocks noGrp="1"/>
          </p:cNvSpPr>
          <p:nvPr>
            <p:ph idx="1"/>
          </p:nvPr>
        </p:nvSpPr>
        <p:spPr/>
        <p:txBody>
          <a:bodyPr/>
          <a:p>
            <a:r>
              <a:rPr altLang="en-IN" lang="en-US"/>
              <a:t>Data storage and management involve the technologies and processes used to securely house and organize digital information throughout its entire lifecycle. While storage provides the physical or digital media to hold data, management ensures that data is high-quality, accessible, and compliant with regulations.</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p:grpSpPr>
      <p:sp>
        <p:nvSpPr>
          <p:cNvPr id="1048635" name="Title 1"/>
          <p:cNvSpPr>
            <a:spLocks noGrp="1"/>
          </p:cNvSpPr>
          <p:nvPr>
            <p:ph type="title"/>
          </p:nvPr>
        </p:nvSpPr>
        <p:spPr/>
        <p:txBody>
          <a:bodyPr/>
          <a:p>
            <a:r>
              <a:t>Automation Through IT</a:t>
            </a:r>
          </a:p>
        </p:txBody>
      </p:sp>
      <p:sp>
        <p:nvSpPr>
          <p:cNvPr id="1048753" name=""/>
          <p:cNvSpPr txBox="1"/>
          <p:nvPr/>
        </p:nvSpPr>
        <p:spPr>
          <a:xfrm>
            <a:off x="279305" y="1786105"/>
            <a:ext cx="8585391" cy="3025140"/>
          </a:xfrm>
          <a:prstGeom prst="rect"/>
        </p:spPr>
        <p:txBody>
          <a:bodyPr rtlCol="0" wrap="square">
            <a:spAutoFit/>
          </a:bodyPr>
          <a:p>
            <a:r>
              <a:rPr sz="2800" lang="en-IN">
                <a:solidFill>
                  <a:srgbClr val="000000"/>
                </a:solidFill>
              </a:rPr>
              <a:t>Automation in Information Technology (IT) is the use of software and systems to perform repeatable tasks with minimal human intervention. By replacing manual effort with automated workflows, organizations can significantly increase operational speed, reduce human error, and lower costs.</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p:grpSpPr>
      <p:sp>
        <p:nvSpPr>
          <p:cNvPr id="1048637" name="Title 1"/>
          <p:cNvSpPr>
            <a:spLocks noGrp="1"/>
          </p:cNvSpPr>
          <p:nvPr>
            <p:ph type="title"/>
          </p:nvPr>
        </p:nvSpPr>
        <p:spPr/>
        <p:txBody>
          <a:bodyPr>
            <a:normAutofit fontScale="90000"/>
          </a:bodyPr>
          <a:p>
            <a:r>
              <a:t>Disadvantages of Information Technology</a:t>
            </a:r>
          </a:p>
        </p:txBody>
      </p:sp>
      <p:sp>
        <p:nvSpPr>
          <p:cNvPr id="1048638" name="Content Placeholder 2"/>
          <p:cNvSpPr>
            <a:spLocks noGrp="1"/>
          </p:cNvSpPr>
          <p:nvPr>
            <p:ph idx="1"/>
          </p:nvPr>
        </p:nvSpPr>
        <p:spPr>
          <a:xfrm>
            <a:off x="457200" y="1843475"/>
            <a:ext cx="8229600" cy="4525963"/>
          </a:xfrm>
        </p:spPr>
        <p:txBody>
          <a:bodyPr/>
          <a:p>
            <a:r>
              <a:t>Cybercrime</a:t>
            </a:r>
          </a:p>
          <a:p>
            <a:r>
              <a:t>Privacy issues</a:t>
            </a:r>
          </a:p>
          <a:p>
            <a:r>
              <a:t>Job displacement</a:t>
            </a:r>
          </a:p>
          <a:p>
            <a:r>
              <a:t>Dependence on technology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p:grpSpPr>
      <p:sp>
        <p:nvSpPr>
          <p:cNvPr id="1048639" name="Title 1"/>
          <p:cNvSpPr>
            <a:spLocks noGrp="1"/>
          </p:cNvSpPr>
          <p:nvPr>
            <p:ph type="title"/>
          </p:nvPr>
        </p:nvSpPr>
        <p:spPr/>
        <p:txBody>
          <a:bodyPr/>
          <a:p>
            <a:r>
              <a:t>Cybercrime</a:t>
            </a:r>
          </a:p>
        </p:txBody>
      </p:sp>
      <p:sp>
        <p:nvSpPr>
          <p:cNvPr id="1048754" name=""/>
          <p:cNvSpPr txBox="1"/>
          <p:nvPr/>
        </p:nvSpPr>
        <p:spPr>
          <a:xfrm>
            <a:off x="457199" y="1721469"/>
            <a:ext cx="8524679" cy="3025140"/>
          </a:xfrm>
          <a:prstGeom prst="rect"/>
        </p:spPr>
        <p:txBody>
          <a:bodyPr rtlCol="0" wrap="square">
            <a:spAutoFit/>
          </a:bodyPr>
          <a:p>
            <a:r>
              <a:rPr sz="2800" lang="en-IN">
                <a:solidFill>
                  <a:srgbClr val="000000"/>
                </a:solidFill>
              </a:rPr>
              <a:t>Cybercrime refers to illegal activities conducted via digital devices or networks to steal data, disrupt services, or cause financial harm. As of early 2026, global cybercrime costs are projected to surpass $10.5 trillion, with attack frequencies reaching as high as one every two seconds.</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p:grpSpPr>
      <p:sp>
        <p:nvSpPr>
          <p:cNvPr id="1048641" name="Title 1"/>
          <p:cNvSpPr>
            <a:spLocks noGrp="1"/>
          </p:cNvSpPr>
          <p:nvPr>
            <p:ph type="title"/>
          </p:nvPr>
        </p:nvSpPr>
        <p:spPr/>
        <p:txBody>
          <a:bodyPr/>
          <a:p>
            <a:r>
              <a:t>Privacy Concerns</a:t>
            </a:r>
          </a:p>
        </p:txBody>
      </p:sp>
      <p:sp>
        <p:nvSpPr>
          <p:cNvPr id="1048642" name="Content Placeholder 2"/>
          <p:cNvSpPr>
            <a:spLocks noGrp="1"/>
          </p:cNvSpPr>
          <p:nvPr>
            <p:ph idx="1"/>
          </p:nvPr>
        </p:nvSpPr>
        <p:spPr/>
        <p:txBody>
          <a:bodyPr/>
          <a:p>
            <a:r>
              <a:t>Personal information may be misused if not properly protected.</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4" name=""/>
        <p:cNvGrpSpPr/>
        <p:nvPr/>
      </p:nvGrpSpPr>
      <p:grpSpPr>
        <a:xfrm/>
      </p:grpSpPr>
      <p:sp>
        <p:nvSpPr>
          <p:cNvPr id="1048643" name="Title 1"/>
          <p:cNvSpPr>
            <a:spLocks noGrp="1"/>
          </p:cNvSpPr>
          <p:nvPr>
            <p:ph type="title"/>
          </p:nvPr>
        </p:nvSpPr>
        <p:spPr/>
        <p:txBody>
          <a:bodyPr/>
          <a:p>
            <a:r>
              <a:t>Technology Dependence</a:t>
            </a:r>
          </a:p>
        </p:txBody>
      </p:sp>
      <p:sp>
        <p:nvSpPr>
          <p:cNvPr id="1048644" name="Content Placeholder 2"/>
          <p:cNvSpPr>
            <a:spLocks noGrp="1"/>
          </p:cNvSpPr>
          <p:nvPr>
            <p:ph idx="1"/>
          </p:nvPr>
        </p:nvSpPr>
        <p:spPr/>
        <p:txBody>
          <a:bodyPr/>
          <a:p>
            <a:r>
              <a:t>Overdependence on technology may affect productivity during failures.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p:grpSpPr>
      <p:sp>
        <p:nvSpPr>
          <p:cNvPr id="1048645" name="Title 1"/>
          <p:cNvSpPr>
            <a:spLocks noGrp="1"/>
          </p:cNvSpPr>
          <p:nvPr>
            <p:ph type="title"/>
          </p:nvPr>
        </p:nvSpPr>
        <p:spPr/>
        <p:txBody>
          <a:bodyPr/>
          <a:p>
            <a:r>
              <a:t>Core Components of IT</a:t>
            </a:r>
          </a:p>
        </p:txBody>
      </p:sp>
      <p:sp>
        <p:nvSpPr>
          <p:cNvPr id="1048646" name="Content Placeholder 2"/>
          <p:cNvSpPr>
            <a:spLocks noGrp="1"/>
          </p:cNvSpPr>
          <p:nvPr>
            <p:ph idx="1"/>
          </p:nvPr>
        </p:nvSpPr>
        <p:spPr/>
        <p:txBody>
          <a:bodyPr/>
          <a:p>
            <a:r>
              <a:rPr altLang="en-IN" lang="en-US"/>
              <a:t> </a:t>
            </a:r>
            <a:r>
              <a:t>Hardware</a:t>
            </a:r>
            <a:endParaRPr altLang="en-US" lang="zh-CN"/>
          </a:p>
          <a:p>
            <a:r>
              <a:t> Software</a:t>
            </a:r>
          </a:p>
          <a:p>
            <a:r>
              <a:t> Networking</a:t>
            </a:r>
          </a:p>
          <a:p>
            <a:r>
              <a:t> Databases</a:t>
            </a:r>
          </a:p>
          <a:p>
            <a:r>
              <a:t> Security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p:grpSpPr>
      <p:sp>
        <p:nvSpPr>
          <p:cNvPr id="1048647" name="Title 1"/>
          <p:cNvSpPr>
            <a:spLocks noGrp="1"/>
          </p:cNvSpPr>
          <p:nvPr>
            <p:ph type="title"/>
          </p:nvPr>
        </p:nvSpPr>
        <p:spPr/>
        <p:txBody>
          <a:bodyPr/>
          <a:p>
            <a:r>
              <a:t>Hardware</a:t>
            </a:r>
          </a:p>
        </p:txBody>
      </p:sp>
      <p:sp>
        <p:nvSpPr>
          <p:cNvPr id="1048648" name="Content Placeholder 2"/>
          <p:cNvSpPr>
            <a:spLocks noGrp="1"/>
          </p:cNvSpPr>
          <p:nvPr>
            <p:ph idx="1"/>
          </p:nvPr>
        </p:nvSpPr>
        <p:spPr/>
        <p:txBody>
          <a:bodyPr/>
          <a:p>
            <a:r>
              <a:rPr altLang="en-IN" lang="en-US"/>
              <a:t>Hardware refers to the tangible, physical components of a computer system that can be touched and seen, such as the CPU, monitor, and keyboard. </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p:grpSpPr>
      <p:sp>
        <p:nvSpPr>
          <p:cNvPr id="1048649" name="Title 1"/>
          <p:cNvSpPr>
            <a:spLocks noGrp="1"/>
          </p:cNvSpPr>
          <p:nvPr>
            <p:ph type="title"/>
          </p:nvPr>
        </p:nvSpPr>
        <p:spPr/>
        <p:txBody>
          <a:bodyPr/>
          <a:p>
            <a:r>
              <a:t>Software</a:t>
            </a:r>
          </a:p>
        </p:txBody>
      </p:sp>
      <p:sp>
        <p:nvSpPr>
          <p:cNvPr id="1048650" name="Content Placeholder 2"/>
          <p:cNvSpPr>
            <a:spLocks noGrp="1"/>
          </p:cNvSpPr>
          <p:nvPr>
            <p:ph idx="1"/>
          </p:nvPr>
        </p:nvSpPr>
        <p:spPr/>
        <p:txBody>
          <a:bodyPr/>
          <a:p>
            <a:r>
              <a:rPr altLang="en-IN" lang="en-US"/>
              <a:t>Software is an intangible, set of instructions, data, or programs that tells computer hardware exactly what to do.</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p:grpSpPr>
      <p:sp>
        <p:nvSpPr>
          <p:cNvPr id="1048651" name="Title 1"/>
          <p:cNvSpPr>
            <a:spLocks noGrp="1"/>
          </p:cNvSpPr>
          <p:nvPr>
            <p:ph type="title"/>
          </p:nvPr>
        </p:nvSpPr>
        <p:spPr/>
        <p:txBody>
          <a:bodyPr/>
          <a:p>
            <a:r>
              <a:t>Networking</a:t>
            </a:r>
          </a:p>
        </p:txBody>
      </p:sp>
      <p:sp>
        <p:nvSpPr>
          <p:cNvPr id="1048652" name="Content Placeholder 2"/>
          <p:cNvSpPr>
            <a:spLocks noGrp="1"/>
          </p:cNvSpPr>
          <p:nvPr>
            <p:ph idx="1"/>
          </p:nvPr>
        </p:nvSpPr>
        <p:spPr/>
        <p:txBody>
          <a:bodyPr/>
          <a:p>
            <a:r>
              <a:rPr altLang="en-IN" lang="en-US"/>
              <a:t>Networking refers to the connection of two or more computing devices—such as laptops, phones, servers, and routers—to share information and resources</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p:grpSpPr>
      <p:sp>
        <p:nvSpPr>
          <p:cNvPr id="1048653" name="Title 1"/>
          <p:cNvSpPr>
            <a:spLocks noGrp="1"/>
          </p:cNvSpPr>
          <p:nvPr>
            <p:ph type="title"/>
          </p:nvPr>
        </p:nvSpPr>
        <p:spPr/>
        <p:txBody>
          <a:bodyPr/>
          <a:p>
            <a:r>
              <a:t>Databases</a:t>
            </a:r>
          </a:p>
        </p:txBody>
      </p:sp>
      <p:sp>
        <p:nvSpPr>
          <p:cNvPr id="1048654" name="Content Placeholder 2"/>
          <p:cNvSpPr>
            <a:spLocks noGrp="1"/>
          </p:cNvSpPr>
          <p:nvPr>
            <p:ph idx="1"/>
          </p:nvPr>
        </p:nvSpPr>
        <p:spPr/>
        <p:txBody>
          <a:bodyPr/>
          <a:p>
            <a:r>
              <a:rPr altLang="en-IN" lang="en-US"/>
              <a:t>A database is an organized collection of structured information or data, typically stored electronically in a computer system. It is usually controlled by a Database Management System (DBMS), which acts as an interface between the database and its users to ensure data is stored, retrieved, and updated efficiently.</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p:grpSpPr>
      <p:sp>
        <p:nvSpPr>
          <p:cNvPr id="1048655" name="Title 1"/>
          <p:cNvSpPr>
            <a:spLocks noGrp="1"/>
          </p:cNvSpPr>
          <p:nvPr>
            <p:ph type="title"/>
          </p:nvPr>
        </p:nvSpPr>
        <p:spPr/>
        <p:txBody>
          <a:bodyPr/>
          <a:p>
            <a:r>
              <a:t>Cloud Computing</a:t>
            </a:r>
          </a:p>
        </p:txBody>
      </p:sp>
      <p:sp>
        <p:nvSpPr>
          <p:cNvPr id="1048656" name="Content Placeholder 2"/>
          <p:cNvSpPr>
            <a:spLocks noGrp="1"/>
          </p:cNvSpPr>
          <p:nvPr>
            <p:ph idx="1"/>
          </p:nvPr>
        </p:nvSpPr>
        <p:spPr/>
        <p:txBody>
          <a:bodyPr/>
          <a:p>
            <a:r>
              <a:rPr altLang="en-IN" lang="en-US"/>
              <a:t>Cloud computing is the on-demand delivery of IT resources—including storage, computing power, databases, and software—over the internet with pay-as-you-go pricing.</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p:grpSpPr>
      <p:sp>
        <p:nvSpPr>
          <p:cNvPr id="1048657" name="Title 1"/>
          <p:cNvSpPr>
            <a:spLocks noGrp="1"/>
          </p:cNvSpPr>
          <p:nvPr>
            <p:ph type="title"/>
          </p:nvPr>
        </p:nvSpPr>
        <p:spPr/>
        <p:txBody>
          <a:bodyPr/>
          <a:p>
            <a:r>
              <a:t>Artificial Intelligence in IT</a:t>
            </a:r>
          </a:p>
        </p:txBody>
      </p:sp>
      <p:sp>
        <p:nvSpPr>
          <p:cNvPr id="1048658" name="Content Placeholder 2"/>
          <p:cNvSpPr>
            <a:spLocks noGrp="1"/>
          </p:cNvSpPr>
          <p:nvPr>
            <p:ph idx="1"/>
          </p:nvPr>
        </p:nvSpPr>
        <p:spPr/>
        <p:txBody>
          <a:bodyPr/>
          <a:p>
            <a:r>
              <a:rPr altLang="en-IN" lang="en-US"/>
              <a:t>AI in IT (Information Technology) refers to using artificial intelligence—including machine learning, natural language processing, and generative AI—to automate tasks, optimize operations, and manage complex systems.</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p:grpSpPr>
      <p:sp>
        <p:nvSpPr>
          <p:cNvPr id="1048659" name="Title 1"/>
          <p:cNvSpPr>
            <a:spLocks noGrp="1"/>
          </p:cNvSpPr>
          <p:nvPr>
            <p:ph type="title"/>
          </p:nvPr>
        </p:nvSpPr>
        <p:spPr/>
        <p:txBody>
          <a:bodyPr>
            <a:normAutofit fontScale="90000"/>
          </a:bodyPr>
          <a:p>
            <a:r>
              <a:t>Information Technology vs Computer Science</a:t>
            </a:r>
          </a:p>
        </p:txBody>
      </p:sp>
      <p:sp>
        <p:nvSpPr>
          <p:cNvPr id="1048660" name="Content Placeholder 2"/>
          <p:cNvSpPr>
            <a:spLocks noGrp="1"/>
          </p:cNvSpPr>
          <p:nvPr>
            <p:ph idx="1"/>
          </p:nvPr>
        </p:nvSpPr>
        <p:spPr>
          <a:xfrm>
            <a:off x="598264" y="2405359"/>
            <a:ext cx="8088535" cy="3720804"/>
          </a:xfrm>
        </p:spPr>
        <p:txBody>
          <a:bodyPr/>
          <a:p>
            <a:r>
              <a:t>IT focuses on managing systems while Computer Science focuses on programming and algorithms.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p:grpSpPr>
      <p:sp>
        <p:nvSpPr>
          <p:cNvPr id="1048661" name="Title 1"/>
          <p:cNvSpPr>
            <a:spLocks noGrp="1"/>
          </p:cNvSpPr>
          <p:nvPr>
            <p:ph type="title"/>
          </p:nvPr>
        </p:nvSpPr>
        <p:spPr>
          <a:xfrm>
            <a:off x="245278" y="167214"/>
            <a:ext cx="8229600" cy="1143000"/>
          </a:xfrm>
        </p:spPr>
        <p:txBody>
          <a:bodyPr>
            <a:normAutofit fontScale="97727"/>
          </a:bodyPr>
          <a:p>
            <a:r>
              <a:t>Difference Between IT and CS</a:t>
            </a:r>
          </a:p>
        </p:txBody>
      </p:sp>
      <p:graphicFrame>
        <p:nvGraphicFramePr>
          <p:cNvPr id="4194304" name=""/>
          <p:cNvGraphicFramePr>
            <a:graphicFrameLocks/>
          </p:cNvGraphicFramePr>
          <p:nvPr/>
        </p:nvGraphicFramePr>
        <p:xfrm>
          <a:off x="606949" y="1475566"/>
          <a:ext cx="8093384" cy="3203796"/>
        </p:xfrm>
        <a:graphic>
          <a:graphicData uri="http://schemas.openxmlformats.org/drawingml/2006/table">
            <a:tbl>
              <a:tblPr firstRow="1" bandRow="1">
                <a:tableStyleId>{5940675A-B579-460E-94D1-54222C63F5DA}</a:tableStyleId>
              </a:tblPr>
              <a:tblGrid>
                <a:gridCol w="4046692"/>
                <a:gridCol w="4046692"/>
              </a:tblGrid>
              <a:tr h="533966">
                <a:tc>
                  <a:txBody>
                    <a:bodyPr/>
                    <a:p>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I</a:t>
                      </a:r>
                      <a:r>
                        <a:rPr altLang="en-IN" lang="en-US"/>
                        <a:t>T</a:t>
                      </a:r>
                      <a:r>
                        <a:rPr altLang="en-IN" lang="en-US"/>
                        <a:t> </a:t>
                      </a:r>
                      <a:endParaRPr altLang="en-US" lang="en-IN"/>
                    </a:p>
                  </a:txBody>
                </a:tc>
                <a:tc>
                  <a:txBody>
                    <a:bodyPr/>
                    <a:p>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C</a:t>
                      </a:r>
                      <a:r>
                        <a:rPr altLang="en-IN" lang="en-US"/>
                        <a:t>S</a:t>
                      </a:r>
                      <a:endParaRPr altLang="en-US" lang="en-IN"/>
                    </a:p>
                  </a:txBody>
                </a:tc>
              </a:tr>
              <a:tr h="533966">
                <a:tc>
                  <a:txBody>
                    <a:bodyPr/>
                    <a:p>
                      <a:r>
                        <a:rPr altLang="en-US" lang="en-IN"/>
                        <a:t>Managing and maintaining systems</a:t>
                      </a:r>
                      <a:endParaRPr altLang="en-US" lang="en-IN"/>
                    </a:p>
                  </a:txBody>
                </a:tc>
                <a:tc>
                  <a:txBody>
                    <a:bodyPr/>
                    <a:p>
                      <a:r>
                        <a:rPr altLang="en-US" lang="en-IN"/>
                        <a:t>Creating software and technologies</a:t>
                      </a:r>
                      <a:endParaRPr altLang="en-US" lang="en-IN"/>
                    </a:p>
                  </a:txBody>
                </a:tc>
              </a:tr>
              <a:tr h="533966">
                <a:tc>
                  <a:txBody>
                    <a:bodyPr/>
                    <a:p>
                      <a:r>
                        <a:rPr altLang="en-US" lang="en-IN"/>
                        <a:t>Use of technology to manage information and systems</a:t>
                      </a:r>
                      <a:endParaRPr altLang="en-US" lang="en-IN"/>
                    </a:p>
                  </a:txBody>
                </a:tc>
                <a:tc>
                  <a:txBody>
                    <a:bodyPr/>
                    <a:p>
                      <a:r>
                        <a:rPr altLang="en-US" lang="en-IN"/>
                        <a:t>Study of computers, programming, and algorithms</a:t>
                      </a:r>
                      <a:endParaRPr altLang="en-US" lang="en-IN"/>
                    </a:p>
                  </a:txBody>
                </a:tc>
              </a:tr>
              <a:tr h="533966">
                <a:tc>
                  <a:txBody>
                    <a:bodyPr/>
                    <a:p>
                      <a:r>
                        <a:rPr altLang="en-US" lang="en-IN"/>
                        <a:t>IT Support, Network Admin, System Admin</a:t>
                      </a:r>
                      <a:endParaRPr altLang="en-US" lang="en-IN"/>
                    </a:p>
                  </a:txBody>
                </a:tc>
                <a:tc>
                  <a:txBody>
                    <a:bodyPr/>
                    <a:p>
                      <a:r>
                        <a:rPr altLang="en-US" lang="en-IN"/>
                        <a:t>Software Engineer, Developer, Data Scientist</a:t>
                      </a:r>
                      <a:endParaRPr altLang="en-US" lang="en-IN"/>
                    </a:p>
                  </a:txBody>
                </a:tc>
              </a:tr>
              <a:tr h="533966">
                <a:tc>
                  <a:txBody>
                    <a:bodyPr/>
                    <a:p>
                      <a:r>
                        <a:rPr altLang="en-US" lang="en-IN"/>
                        <a:t>Keep systems running efficiently</a:t>
                      </a:r>
                      <a:endParaRPr altLang="en-US" lang="en-IN"/>
                    </a:p>
                  </a:txBody>
                </a:tc>
                <a:tc>
                  <a:txBody>
                    <a:bodyPr/>
                    <a:p>
                      <a:r>
                        <a:rPr altLang="en-US" lang="en-IN"/>
                        <a:t>Build new software and computing solutions</a:t>
                      </a:r>
                      <a:endParaRPr altLang="en-US" lang="en-IN"/>
                    </a:p>
                  </a:txBody>
                </a:tc>
              </a:tr>
              <a:tr h="533966">
                <a:tc>
                  <a:txBody>
                    <a:bodyPr/>
                    <a:p>
                      <a:r>
                        <a:rPr altLang="en-IN" lang="en-US"/>
                        <a:t>Uses and manages technology</a:t>
                      </a:r>
                      <a:endParaRPr altLang="en-US" lang="en-IN"/>
                    </a:p>
                  </a:txBody>
                </a:tc>
                <a:tc>
                  <a:txBody>
                    <a:bodyPr/>
                    <a:p>
                      <a:r>
                        <a:rPr altLang="en-US" lang="en-IN"/>
                        <a:t>Creates and develops technology</a:t>
                      </a:r>
                      <a:endParaRPr altLang="en-US" lang="en-IN"/>
                    </a:p>
                  </a:txBody>
                </a:tc>
              </a:tr>
            </a:tbl>
          </a:graphicData>
        </a:graphic>
      </p:graphicFrame>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p:grpSpPr>
      <p:sp>
        <p:nvSpPr>
          <p:cNvPr id="1048662" name="Title 1"/>
          <p:cNvSpPr>
            <a:spLocks noGrp="1"/>
          </p:cNvSpPr>
          <p:nvPr>
            <p:ph type="title"/>
          </p:nvPr>
        </p:nvSpPr>
        <p:spPr/>
        <p:txBody>
          <a:bodyPr>
            <a:normAutofit fontScale="90000"/>
          </a:bodyPr>
          <a:p>
            <a:r>
              <a:t>Information Technology and Cybersecurity</a:t>
            </a:r>
          </a:p>
        </p:txBody>
      </p:sp>
      <p:graphicFrame>
        <p:nvGraphicFramePr>
          <p:cNvPr id="4194305" name=""/>
          <p:cNvGraphicFramePr>
            <a:graphicFrameLocks/>
          </p:cNvGraphicFramePr>
          <p:nvPr/>
        </p:nvGraphicFramePr>
        <p:xfrm>
          <a:off x="1143000" y="1945640"/>
          <a:ext cx="6858000" cy="2966720"/>
        </p:xfrm>
        <a:graphic>
          <a:graphicData uri="http://schemas.openxmlformats.org/drawingml/2006/table">
            <a:tbl>
              <a:tblPr firstRow="1" bandRow="1">
                <a:tableStyleId>{5940675A-B579-460E-94D1-54222C63F5DA}</a:tableStyleId>
              </a:tblPr>
              <a:tblGrid>
                <a:gridCol w="3429000"/>
                <a:gridCol w="3429000"/>
              </a:tblGrid>
              <a:tr h="741680">
                <a:tc>
                  <a:txBody>
                    <a:bodyPr/>
                    <a:p>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I</a:t>
                      </a:r>
                      <a:r>
                        <a:rPr altLang="en-IN" lang="en-US"/>
                        <a:t>T</a:t>
                      </a:r>
                      <a:r>
                        <a:rPr altLang="en-IN" lang="en-US"/>
                        <a:t> </a:t>
                      </a:r>
                      <a:endParaRPr altLang="en-US" lang="en-IN"/>
                    </a:p>
                  </a:txBody>
                </a:tc>
                <a:tc>
                  <a:txBody>
                    <a:bodyPr/>
                    <a:p>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C</a:t>
                      </a:r>
                      <a:r>
                        <a:rPr altLang="en-IN" lang="en-US"/>
                        <a:t>Y</a:t>
                      </a:r>
                      <a:r>
                        <a:rPr altLang="en-IN" lang="en-US"/>
                        <a:t>B</a:t>
                      </a:r>
                      <a:r>
                        <a:rPr altLang="en-IN" lang="en-US"/>
                        <a:t>E</a:t>
                      </a:r>
                      <a:r>
                        <a:rPr altLang="en-IN" lang="en-US"/>
                        <a:t>R</a:t>
                      </a:r>
                      <a:r>
                        <a:rPr altLang="en-IN" lang="en-US"/>
                        <a:t>SECURITY </a:t>
                      </a:r>
                      <a:endParaRPr altLang="en-US" lang="en-IN"/>
                    </a:p>
                  </a:txBody>
                </a:tc>
              </a:tr>
              <a:tr h="741680">
                <a:tc>
                  <a:txBody>
                    <a:bodyPr/>
                    <a:p>
                      <a:r>
                        <a:rPr altLang="en-US" lang="en-IN"/>
                        <a:t>Use of computers and technology to store, process, and manage information</a:t>
                      </a:r>
                      <a:endParaRPr altLang="en-US" lang="en-IN"/>
                    </a:p>
                  </a:txBody>
                </a:tc>
                <a:tc>
                  <a:txBody>
                    <a:bodyPr/>
                    <a:p>
                      <a:r>
                        <a:rPr altLang="en-US" lang="en-IN"/>
                        <a:t>Protection of computers, networks, and data from cyber attacks</a:t>
                      </a:r>
                      <a:endParaRPr altLang="en-US" lang="en-IN"/>
                    </a:p>
                  </a:txBody>
                </a:tc>
              </a:tr>
              <a:tr h="741680">
                <a:tc>
                  <a:txBody>
                    <a:bodyPr/>
                    <a:p>
                      <a:r>
                        <a:rPr altLang="en-US" lang="en-IN"/>
                        <a:t>Improve business operations and communication</a:t>
                      </a:r>
                      <a:endParaRPr altLang="en-US" lang="en-IN"/>
                    </a:p>
                  </a:txBody>
                </a:tc>
                <a:tc>
                  <a:txBody>
                    <a:bodyPr/>
                    <a:p>
                      <a:r>
                        <a:rPr altLang="en-US" lang="en-IN"/>
                        <a:t>Ensure safety, privacy, and data protection</a:t>
                      </a:r>
                      <a:endParaRPr altLang="en-US" lang="en-IN"/>
                    </a:p>
                  </a:txBody>
                </a:tc>
              </a:tr>
              <a:tr h="741680">
                <a:tc>
                  <a:txBody>
                    <a:bodyPr/>
                    <a:p>
                      <a:r>
                        <a:rPr altLang="en-US" lang="en-IN"/>
                        <a:t>Managing systems, software, networks, and databases</a:t>
                      </a:r>
                      <a:endParaRPr altLang="en-US" lang="en-IN"/>
                    </a:p>
                  </a:txBody>
                </a:tc>
                <a:tc>
                  <a:txBody>
                    <a:bodyPr/>
                    <a:p>
                      <a:r>
                        <a:rPr altLang="en-US" lang="en-IN"/>
                        <a:t>Securing systems and data from hackers and threats</a:t>
                      </a:r>
                      <a:endParaRPr altLang="en-US" lang="en-IN"/>
                    </a:p>
                  </a:txBody>
                </a:tc>
              </a:tr>
            </a:tbl>
          </a:graphicData>
        </a:graphic>
      </p:graphicFrame>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p:grpSpPr>
      <p:sp>
        <p:nvSpPr>
          <p:cNvPr id="1048663" name="Title 1"/>
          <p:cNvSpPr>
            <a:spLocks noGrp="1"/>
          </p:cNvSpPr>
          <p:nvPr>
            <p:ph type="title"/>
          </p:nvPr>
        </p:nvSpPr>
        <p:spPr/>
        <p:txBody>
          <a:bodyPr>
            <a:normAutofit fontScale="95455"/>
          </a:bodyPr>
          <a:p>
            <a:r>
              <a:t>Types of Cybersecurity Threats</a:t>
            </a:r>
          </a:p>
        </p:txBody>
      </p:sp>
      <p:sp>
        <p:nvSpPr>
          <p:cNvPr id="1048664" name="Content Placeholder 2"/>
          <p:cNvSpPr>
            <a:spLocks noGrp="1"/>
          </p:cNvSpPr>
          <p:nvPr>
            <p:ph idx="1"/>
          </p:nvPr>
        </p:nvSpPr>
        <p:spPr/>
        <p:txBody>
          <a:bodyPr/>
          <a:p>
            <a:r>
              <a:t> Malware</a:t>
            </a:r>
          </a:p>
          <a:p>
            <a:r>
              <a:t> Phishing</a:t>
            </a:r>
          </a:p>
          <a:p>
            <a:r>
              <a:t> Ransomware</a:t>
            </a:r>
          </a:p>
          <a:p>
            <a:r>
              <a:t> Data breaches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p:grpSpPr>
      <p:sp>
        <p:nvSpPr>
          <p:cNvPr id="1048665" name="Title 1"/>
          <p:cNvSpPr>
            <a:spLocks noGrp="1"/>
          </p:cNvSpPr>
          <p:nvPr>
            <p:ph type="title"/>
          </p:nvPr>
        </p:nvSpPr>
        <p:spPr/>
        <p:txBody>
          <a:bodyPr/>
          <a:p>
            <a:r>
              <a:t>Cybersecurity Tools</a:t>
            </a:r>
          </a:p>
        </p:txBody>
      </p:sp>
      <p:sp>
        <p:nvSpPr>
          <p:cNvPr id="1048666" name="Content Placeholder 2"/>
          <p:cNvSpPr>
            <a:spLocks noGrp="1"/>
          </p:cNvSpPr>
          <p:nvPr>
            <p:ph idx="1"/>
          </p:nvPr>
        </p:nvSpPr>
        <p:spPr>
          <a:xfrm>
            <a:off x="487583" y="2022549"/>
            <a:ext cx="8199217" cy="4103614"/>
          </a:xfrm>
        </p:spPr>
        <p:txBody>
          <a:bodyPr/>
          <a:p>
            <a:r>
              <a:t> Firewalls</a:t>
            </a:r>
          </a:p>
          <a:p>
            <a:r>
              <a:t> Antivirus software</a:t>
            </a:r>
          </a:p>
          <a:p>
            <a:r>
              <a:t> Encryption</a:t>
            </a:r>
          </a:p>
          <a:p>
            <a:r>
              <a:rPr altLang="en-IN" lang="en-US"/>
              <a:t> </a:t>
            </a:r>
            <a:r>
              <a:t>Multi-factor authentication</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p:grpSpPr>
      <p:sp>
        <p:nvSpPr>
          <p:cNvPr id="1048667" name="Title 1"/>
          <p:cNvSpPr>
            <a:spLocks noGrp="1"/>
          </p:cNvSpPr>
          <p:nvPr>
            <p:ph type="title"/>
          </p:nvPr>
        </p:nvSpPr>
        <p:spPr/>
        <p:txBody>
          <a:bodyPr/>
          <a:p>
            <a:r>
              <a:t>Role of IT in Modern Business</a:t>
            </a:r>
          </a:p>
        </p:txBody>
      </p:sp>
      <p:sp>
        <p:nvSpPr>
          <p:cNvPr id="1048668" name=""/>
          <p:cNvSpPr txBox="1"/>
          <p:nvPr/>
        </p:nvSpPr>
        <p:spPr>
          <a:xfrm>
            <a:off x="457200" y="1417638"/>
            <a:ext cx="8536975" cy="2186940"/>
          </a:xfrm>
          <a:prstGeom prst="rect"/>
        </p:spPr>
        <p:txBody>
          <a:bodyPr rtlCol="0" wrap="square">
            <a:spAutoFit/>
          </a:bodyPr>
          <a:p>
            <a:r>
              <a:rPr sz="2800" lang="en-IN">
                <a:solidFill>
                  <a:srgbClr val="000000"/>
                </a:solidFill>
              </a:rPr>
              <a:t>Information technology (IT) acts as the backbone of modern business, driving efficiency, innovation, and competitiveness by automating operations, enabling data-driven decision-making, and facilitating global communication.</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p:grpSpPr>
      <p:sp>
        <p:nvSpPr>
          <p:cNvPr id="1048669" name="Title 1"/>
          <p:cNvSpPr>
            <a:spLocks noGrp="1"/>
          </p:cNvSpPr>
          <p:nvPr>
            <p:ph type="title"/>
          </p:nvPr>
        </p:nvSpPr>
        <p:spPr/>
        <p:txBody>
          <a:bodyPr/>
          <a:p>
            <a:r>
              <a:t>Digital Transformation</a:t>
            </a:r>
          </a:p>
        </p:txBody>
      </p:sp>
      <p:sp>
        <p:nvSpPr>
          <p:cNvPr id="1048670" name=""/>
          <p:cNvSpPr txBox="1"/>
          <p:nvPr/>
        </p:nvSpPr>
        <p:spPr>
          <a:xfrm>
            <a:off x="653142" y="1661160"/>
            <a:ext cx="8142802" cy="1767840"/>
          </a:xfrm>
          <a:prstGeom prst="rect"/>
        </p:spPr>
        <p:txBody>
          <a:bodyPr rtlCol="0" wrap="square">
            <a:spAutoFit/>
          </a:bodyPr>
          <a:p>
            <a:r>
              <a:rPr sz="2800" lang="en-IN">
                <a:solidFill>
                  <a:srgbClr val="000000"/>
                </a:solidFill>
              </a:rPr>
              <a:t>Digital transformation is the strategic adoption of digital technologies across all business areas to fundamentally change operations and enhance value delivery. </a:t>
            </a:r>
            <a:endParaRPr sz="2800" lang="en-IN">
              <a:solidFill>
                <a:srgbClr val="000000"/>
              </a:solidFill>
            </a:endParaRPr>
          </a:p>
        </p:txBody>
      </p:sp>
      <p:sp>
        <p:nvSpPr>
          <p:cNvPr id="1048671" name=""/>
          <p:cNvSpPr txBox="1"/>
          <p:nvPr/>
        </p:nvSpPr>
        <p:spPr>
          <a:xfrm>
            <a:off x="653142" y="3429000"/>
            <a:ext cx="7532628" cy="2186940"/>
          </a:xfrm>
          <a:prstGeom prst="rect"/>
        </p:spPr>
        <p:txBody>
          <a:bodyPr rtlCol="0" wrap="square">
            <a:spAutoFit/>
          </a:bodyPr>
          <a:p>
            <a:r>
              <a:rPr sz="2800" lang="en-IN">
                <a:solidFill>
                  <a:srgbClr val="000000"/>
                </a:solidFill>
              </a:rPr>
              <a:t>It involves shifting to a digital-first approach to improve efficiency, customer experience, and innovation, often requiring a cultural shift that embraces ongoing change.</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p:grpSpPr>
      <p:sp>
        <p:nvSpPr>
          <p:cNvPr id="1048672" name="Title 1"/>
          <p:cNvSpPr>
            <a:spLocks noGrp="1"/>
          </p:cNvSpPr>
          <p:nvPr>
            <p:ph type="title"/>
          </p:nvPr>
        </p:nvSpPr>
        <p:spPr>
          <a:xfrm>
            <a:off x="457199" y="127804"/>
            <a:ext cx="8229600" cy="1143000"/>
          </a:xfrm>
        </p:spPr>
        <p:txBody>
          <a:bodyPr/>
          <a:p>
            <a:r>
              <a:t>E-Commerce and IT</a:t>
            </a:r>
          </a:p>
        </p:txBody>
      </p:sp>
      <p:sp>
        <p:nvSpPr>
          <p:cNvPr id="1048673" name=""/>
          <p:cNvSpPr txBox="1"/>
          <p:nvPr/>
        </p:nvSpPr>
        <p:spPr>
          <a:xfrm>
            <a:off x="100095" y="1270804"/>
            <a:ext cx="9184322" cy="2606040"/>
          </a:xfrm>
          <a:prstGeom prst="rect"/>
        </p:spPr>
        <p:txBody>
          <a:bodyPr rtlCol="0" wrap="square">
            <a:spAutoFit/>
          </a:bodyPr>
          <a:p>
            <a:r>
              <a:rPr altLang="en-IN" b="1" sz="2800" lang="en-US">
                <a:solidFill>
                  <a:srgbClr val="000000"/>
                </a:solidFill>
              </a:rPr>
              <a:t>E</a:t>
            </a:r>
            <a:r>
              <a:rPr altLang="en-IN" b="1" sz="2800" lang="en-US">
                <a:solidFill>
                  <a:srgbClr val="000000"/>
                </a:solidFill>
              </a:rPr>
              <a:t>-</a:t>
            </a:r>
            <a:r>
              <a:rPr altLang="en-IN" b="1" sz="2800" lang="en-US">
                <a:solidFill>
                  <a:srgbClr val="000000"/>
                </a:solidFill>
              </a:rPr>
              <a:t>commerce</a:t>
            </a:r>
            <a:r>
              <a:rPr altLang="en-IN" b="1" sz="2800" lang="en-US">
                <a:solidFill>
                  <a:srgbClr val="000000"/>
                </a:solidFill>
              </a:rPr>
              <a:t> </a:t>
            </a:r>
            <a:r>
              <a:rPr altLang="en-IN" b="1" sz="2800" lang="en-US">
                <a:solidFill>
                  <a:srgbClr val="000000"/>
                </a:solidFill>
              </a:rPr>
              <a:t>:</a:t>
            </a:r>
            <a:endParaRPr b="1" sz="2800" lang="en-IN">
              <a:solidFill>
                <a:srgbClr val="000000"/>
              </a:solidFill>
            </a:endParaRPr>
          </a:p>
          <a:p>
            <a:r>
              <a:rPr sz="2800" lang="en-IN">
                <a:solidFill>
                  <a:srgbClr val="000000"/>
                </a:solidFill>
              </a:rPr>
              <a:t>E-commerce (Electronic Commerce) is the buying and selling of goods or services using the internet. It allows people and businesses to trade online through websites, mobile apps, and digital platforms.</a:t>
            </a:r>
            <a:endParaRPr sz="2800" lang="en-IN">
              <a:solidFill>
                <a:srgbClr val="000000"/>
              </a:solidFill>
            </a:endParaRPr>
          </a:p>
        </p:txBody>
      </p:sp>
      <p:sp>
        <p:nvSpPr>
          <p:cNvPr id="1048674" name=""/>
          <p:cNvSpPr txBox="1"/>
          <p:nvPr/>
        </p:nvSpPr>
        <p:spPr>
          <a:xfrm>
            <a:off x="100094" y="5019844"/>
            <a:ext cx="8957080" cy="1767840"/>
          </a:xfrm>
          <a:prstGeom prst="rect"/>
        </p:spPr>
        <p:txBody>
          <a:bodyPr rtlCol="0" wrap="square">
            <a:spAutoFit/>
          </a:bodyPr>
          <a:p>
            <a:r>
              <a:rPr sz="2800" lang="en-IN">
                <a:solidFill>
                  <a:srgbClr val="000000"/>
                </a:solidFill>
              </a:rPr>
              <a:t>Information Technology (IT) refers to the use of computers, software, networks, and digital systems to store, process, manage, and share information.</a:t>
            </a:r>
            <a:endParaRPr sz="2800" lang="en-IN">
              <a:solidFill>
                <a:srgbClr val="000000"/>
              </a:solidFill>
            </a:endParaRPr>
          </a:p>
        </p:txBody>
      </p:sp>
      <p:sp>
        <p:nvSpPr>
          <p:cNvPr id="1048675" name=""/>
          <p:cNvSpPr txBox="1"/>
          <p:nvPr/>
        </p:nvSpPr>
        <p:spPr>
          <a:xfrm>
            <a:off x="120256" y="4193074"/>
            <a:ext cx="4572000" cy="510540"/>
          </a:xfrm>
          <a:prstGeom prst="rect"/>
        </p:spPr>
        <p:txBody>
          <a:bodyPr rtlCol="0" wrap="square">
            <a:spAutoFit/>
          </a:bodyPr>
          <a:p>
            <a:r>
              <a:rPr altLang="en-IN" b="1" sz="2800" lang="en-US">
                <a:solidFill>
                  <a:srgbClr val="000000"/>
                </a:solidFill>
              </a:rPr>
              <a:t>I</a:t>
            </a:r>
            <a:r>
              <a:rPr altLang="en-IN" b="1" sz="2800" lang="en-US">
                <a:solidFill>
                  <a:srgbClr val="000000"/>
                </a:solidFill>
              </a:rPr>
              <a:t>n</a:t>
            </a:r>
            <a:r>
              <a:rPr altLang="en-IN" b="1" sz="2800" lang="en-US">
                <a:solidFill>
                  <a:srgbClr val="000000"/>
                </a:solidFill>
              </a:rPr>
              <a:t>formation </a:t>
            </a:r>
            <a:r>
              <a:rPr altLang="en-IN" b="1" sz="2800" lang="en-US">
                <a:solidFill>
                  <a:srgbClr val="000000"/>
                </a:solidFill>
              </a:rPr>
              <a:t>T</a:t>
            </a:r>
            <a:r>
              <a:rPr altLang="en-IN" b="1" sz="2800" lang="en-US">
                <a:solidFill>
                  <a:srgbClr val="000000"/>
                </a:solidFill>
              </a:rPr>
              <a:t>echno</a:t>
            </a:r>
            <a:r>
              <a:rPr altLang="en-IN" b="1" sz="2800" lang="en-US">
                <a:solidFill>
                  <a:srgbClr val="000000"/>
                </a:solidFill>
              </a:rPr>
              <a:t>l</a:t>
            </a:r>
            <a:r>
              <a:rPr altLang="en-IN" b="1" sz="2800" lang="en-US">
                <a:solidFill>
                  <a:srgbClr val="000000"/>
                </a:solidFill>
              </a:rPr>
              <a:t>o</a:t>
            </a:r>
            <a:r>
              <a:rPr altLang="en-IN" b="1" sz="2800" lang="en-US">
                <a:solidFill>
                  <a:srgbClr val="000000"/>
                </a:solidFill>
              </a:rPr>
              <a:t>g</a:t>
            </a:r>
            <a:r>
              <a:rPr altLang="en-IN" b="1" sz="2800" lang="en-US">
                <a:solidFill>
                  <a:srgbClr val="000000"/>
                </a:solidFill>
              </a:rPr>
              <a:t>y</a:t>
            </a:r>
            <a:r>
              <a:rPr altLang="en-IN" b="1" sz="2800" lang="en-US">
                <a:solidFill>
                  <a:srgbClr val="000000"/>
                </a:solidFill>
              </a:rPr>
              <a:t> </a:t>
            </a:r>
            <a:r>
              <a:rPr altLang="en-IN" b="1" sz="2800" lang="en-US">
                <a:solidFill>
                  <a:srgbClr val="000000"/>
                </a:solidFill>
              </a:rPr>
              <a:t>:</a:t>
            </a:r>
            <a:endParaRPr b="1"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p:grpSpPr>
      <p:sp>
        <p:nvSpPr>
          <p:cNvPr id="1048676" name="Title 1"/>
          <p:cNvSpPr>
            <a:spLocks noGrp="1"/>
          </p:cNvSpPr>
          <p:nvPr>
            <p:ph type="title"/>
          </p:nvPr>
        </p:nvSpPr>
        <p:spPr/>
        <p:txBody>
          <a:bodyPr/>
          <a:p>
            <a:r>
              <a:t>Business Communication</a:t>
            </a:r>
          </a:p>
        </p:txBody>
      </p:sp>
      <p:sp>
        <p:nvSpPr>
          <p:cNvPr id="1048677" name=""/>
          <p:cNvSpPr txBox="1"/>
          <p:nvPr/>
        </p:nvSpPr>
        <p:spPr>
          <a:xfrm>
            <a:off x="100549" y="1678977"/>
            <a:ext cx="8976027" cy="4282439"/>
          </a:xfrm>
          <a:prstGeom prst="rect"/>
        </p:spPr>
        <p:txBody>
          <a:bodyPr rtlCol="0" wrap="square">
            <a:spAutoFit/>
          </a:bodyPr>
          <a:p>
            <a:r>
              <a:rPr altLang="en-IN" b="1" sz="2800" lang="en-US">
                <a:solidFill>
                  <a:srgbClr val="000000"/>
                </a:solidFill>
              </a:rPr>
              <a:t>Business Communication</a:t>
            </a:r>
            <a:r>
              <a:rPr altLang="en-IN" b="1" sz="2800" lang="en-US">
                <a:solidFill>
                  <a:srgbClr val="000000"/>
                </a:solidFill>
              </a:rPr>
              <a:t> </a:t>
            </a:r>
            <a:r>
              <a:rPr altLang="en-IN" b="1" sz="2800" lang="en-US">
                <a:solidFill>
                  <a:srgbClr val="000000"/>
                </a:solidFill>
              </a:rPr>
              <a:t>:</a:t>
            </a:r>
            <a:endParaRPr b="1" sz="2800" lang="en-IN">
              <a:solidFill>
                <a:srgbClr val="000000"/>
              </a:solidFill>
            </a:endParaRPr>
          </a:p>
          <a:p>
            <a:endParaRPr b="1" sz="2800" lang="en-IN">
              <a:solidFill>
                <a:srgbClr val="000000"/>
              </a:solidFill>
            </a:endParaRPr>
          </a:p>
          <a:p>
            <a:r>
              <a:rPr altLang="en-IN" sz="2800" lang="en-US">
                <a:solidFill>
                  <a:srgbClr val="000000"/>
                </a:solidFill>
              </a:rPr>
              <a:t>Business communication is the process of sharing information, ideas, messages, and instructions within and outside an organization to achieve business goals effectively</a:t>
            </a:r>
            <a:r>
              <a:rPr altLang="en-IN" sz="2800" lang="en-US">
                <a:solidFill>
                  <a:srgbClr val="000000"/>
                </a:solidFill>
              </a:rPr>
              <a:t>.</a:t>
            </a:r>
            <a:endParaRPr sz="2800" lang="en-IN">
              <a:solidFill>
                <a:srgbClr val="000000"/>
              </a:solidFill>
            </a:endParaRPr>
          </a:p>
          <a:p>
            <a:endParaRPr sz="2800" lang="en-IN">
              <a:solidFill>
                <a:srgbClr val="000000"/>
              </a:solidFill>
            </a:endParaRPr>
          </a:p>
          <a:p>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It helps employees, managers, customers,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 </a:t>
            </a:r>
            <a:r>
              <a:rPr altLang="en-IN" sz="2800" lang="en-US">
                <a:solidFill>
                  <a:srgbClr val="000000"/>
                </a:solidFill>
              </a:rPr>
              <a:t>suppliers, and other stakeholders communicate clearly and professionally.</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p:grpSpPr>
      <p:sp>
        <p:nvSpPr>
          <p:cNvPr id="1048601" name="Title 1"/>
          <p:cNvSpPr>
            <a:spLocks noGrp="1"/>
          </p:cNvSpPr>
          <p:nvPr>
            <p:ph type="title"/>
          </p:nvPr>
        </p:nvSpPr>
        <p:spPr>
          <a:xfrm>
            <a:off x="457199" y="0"/>
            <a:ext cx="8229600" cy="1143000"/>
          </a:xfrm>
        </p:spPr>
        <p:txBody>
          <a:bodyPr/>
          <a:p>
            <a:r>
              <a:t>Data Analytics</a:t>
            </a:r>
          </a:p>
        </p:txBody>
      </p:sp>
      <p:sp>
        <p:nvSpPr>
          <p:cNvPr id="1048602" name=""/>
          <p:cNvSpPr txBox="1"/>
          <p:nvPr/>
        </p:nvSpPr>
        <p:spPr>
          <a:xfrm>
            <a:off x="113868" y="992053"/>
            <a:ext cx="9030131" cy="3863340"/>
          </a:xfrm>
          <a:prstGeom prst="rect"/>
        </p:spPr>
        <p:txBody>
          <a:bodyPr rtlCol="0" wrap="square">
            <a:spAutoFit/>
          </a:bodyPr>
          <a:p>
            <a:r>
              <a:rPr sz="2800" lang="en-IN">
                <a:solidFill>
                  <a:srgbClr val="000000"/>
                </a:solidFill>
              </a:rPr>
              <a:t>Data Analytics</a:t>
            </a:r>
            <a:r>
              <a:rPr altLang="en-IN" sz="2800" lang="en-US">
                <a:solidFill>
                  <a:srgbClr val="000000"/>
                </a:solidFill>
              </a:rPr>
              <a:t> </a:t>
            </a:r>
            <a:endParaRPr sz="2800" lang="en-IN">
              <a:solidFill>
                <a:srgbClr val="000000"/>
              </a:solidFill>
            </a:endParaRPr>
          </a:p>
          <a:p>
            <a:r>
              <a:rPr sz="2800" lang="en-IN">
                <a:solidFill>
                  <a:srgbClr val="000000"/>
                </a:solidFill>
              </a:rPr>
              <a:t>
Data analytics is the process of collecting, organizing, analyzing, and interpreting data to discover useful information and support decision-making.
Businesses and organizations use data analytics to identify trends, improve performance, solve problems, and make better decisions.</a:t>
            </a:r>
            <a:endParaRPr sz="2800" lang="en-IN">
              <a:solidFill>
                <a:srgbClr val="000000"/>
              </a:solidFill>
            </a:endParaRPr>
          </a:p>
        </p:txBody>
      </p:sp>
      <p:sp>
        <p:nvSpPr>
          <p:cNvPr id="1048603" name=""/>
          <p:cNvSpPr txBox="1"/>
          <p:nvPr/>
        </p:nvSpPr>
        <p:spPr>
          <a:xfrm>
            <a:off x="113867" y="5090158"/>
            <a:ext cx="8741157" cy="1767841"/>
          </a:xfrm>
          <a:prstGeom prst="rect"/>
        </p:spPr>
        <p:txBody>
          <a:bodyPr rtlCol="0" wrap="square">
            <a:spAutoFit/>
          </a:bodyPr>
          <a:p>
            <a:r>
              <a:rPr sz="2800" lang="en-IN">
                <a:solidFill>
                  <a:srgbClr val="000000"/>
                </a:solidFill>
              </a:rPr>
              <a:t>Steps in Data Analytics</a:t>
            </a:r>
            <a:r>
              <a:rPr altLang="en-IN" sz="2800" lang="en-US">
                <a:solidFill>
                  <a:srgbClr val="000000"/>
                </a:solidFill>
              </a:rPr>
              <a:t> </a:t>
            </a:r>
            <a:r>
              <a:rPr altLang="en-IN" sz="2800" lang="en-US">
                <a:solidFill>
                  <a:srgbClr val="000000"/>
                </a:solidFill>
              </a:rPr>
              <a:t>:</a:t>
            </a:r>
            <a:endParaRPr sz="2800" lang="en-IN">
              <a:solidFill>
                <a:srgbClr val="000000"/>
              </a:solidFill>
            </a:endParaRPr>
          </a:p>
          <a:p>
            <a:r>
              <a:rPr sz="2800" lang="en-IN">
                <a:solidFill>
                  <a:srgbClr val="000000"/>
                </a:solidFill>
              </a:rPr>
              <a:t>
Data Collection
Gathering data from different sources such as </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598" name=""/>
          <p:cNvSpPr txBox="1"/>
          <p:nvPr/>
        </p:nvSpPr>
        <p:spPr>
          <a:xfrm>
            <a:off x="142338" y="240031"/>
            <a:ext cx="8859325" cy="7635240"/>
          </a:xfrm>
          <a:prstGeom prst="rect"/>
        </p:spPr>
        <p:txBody>
          <a:bodyPr rtlCol="0" wrap="square">
            <a:spAutoFit/>
          </a:bodyPr>
          <a:p>
            <a:r>
              <a:rPr sz="2800" lang="en-IN">
                <a:solidFill>
                  <a:srgbClr val="000000"/>
                </a:solidFill>
              </a:rPr>
              <a:t>websites, surveys, apps, and databases.</a:t>
            </a:r>
            <a:endParaRPr sz="2800" lang="en-IN">
              <a:solidFill>
                <a:srgbClr val="000000"/>
              </a:solidFill>
            </a:endParaRPr>
          </a:p>
          <a:p>
            <a:r>
              <a:rPr sz="2800" lang="en-IN">
                <a:solidFill>
                  <a:srgbClr val="000000"/>
                </a:solidFill>
              </a:rPr>
              <a:t>
Data Cleaning
Removing errors, duplicate data, and incomplete information.</a:t>
            </a:r>
            <a:endParaRPr sz="2800" lang="en-IN">
              <a:solidFill>
                <a:srgbClr val="000000"/>
              </a:solidFill>
            </a:endParaRPr>
          </a:p>
          <a:p>
            <a:r>
              <a:rPr sz="2800" lang="en-IN">
                <a:solidFill>
                  <a:srgbClr val="000000"/>
                </a:solidFill>
              </a:rPr>
              <a:t>
Data Processing
Organizing and preparing data for analysis.</a:t>
            </a:r>
            <a:endParaRPr sz="2800" lang="en-IN">
              <a:solidFill>
                <a:srgbClr val="000000"/>
              </a:solidFill>
            </a:endParaRPr>
          </a:p>
          <a:p>
            <a:r>
              <a:rPr sz="2800" lang="en-IN">
                <a:solidFill>
                  <a:srgbClr val="000000"/>
                </a:solidFill>
              </a:rPr>
              <a:t>
Data Analysis
Studying the data using statistical and analytical tools.</a:t>
            </a:r>
            <a:endParaRPr sz="2800" lang="en-IN">
              <a:solidFill>
                <a:srgbClr val="000000"/>
              </a:solidFill>
            </a:endParaRPr>
          </a:p>
          <a:p>
            <a:r>
              <a:rPr sz="2800" lang="en-IN">
                <a:solidFill>
                  <a:srgbClr val="000000"/>
                </a:solidFill>
              </a:rPr>
              <a:t>
Data Visualization
Presenting data in the form of charts, graphs, and 
Using insights from data to improve business strategies and operations.</a:t>
            </a:r>
            <a:endParaRPr sz="2800" lang="en-IN">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593" name=""/>
          <p:cNvSpPr txBox="1"/>
          <p:nvPr/>
        </p:nvSpPr>
        <p:spPr>
          <a:xfrm>
            <a:off x="79495" y="372765"/>
            <a:ext cx="8985011" cy="2186941"/>
          </a:xfrm>
          <a:prstGeom prst="rect"/>
        </p:spPr>
        <p:txBody>
          <a:bodyPr rtlCol="0" wrap="square">
            <a:spAutoFit/>
          </a:bodyPr>
          <a:p>
            <a:r>
              <a:rPr sz="2800" lang="en-IN">
                <a:solidFill>
                  <a:srgbClr val="000000"/>
                </a:solidFill>
              </a:rPr>
              <a:t>dashboards.</a:t>
            </a:r>
            <a:endParaRPr sz="2800" lang="en-IN">
              <a:solidFill>
                <a:srgbClr val="000000"/>
              </a:solidFill>
            </a:endParaRPr>
          </a:p>
          <a:p>
            <a:r>
              <a:rPr sz="2800" lang="en-IN">
                <a:solidFill>
                  <a:srgbClr val="000000"/>
                </a:solidFill>
              </a:rPr>
              <a:t>
Decision Making
Using insights from data to improve business strategies and operations.</a:t>
            </a:r>
            <a:endParaRPr sz="2800" lang="en-IN">
              <a:solidFill>
                <a:srgbClr val="000000"/>
              </a:solidFill>
            </a:endParaRPr>
          </a:p>
        </p:txBody>
      </p:sp>
      <p:sp>
        <p:nvSpPr>
          <p:cNvPr id="1048594" name="Title 1"/>
          <p:cNvSpPr>
            <a:spLocks noGrp="1"/>
          </p:cNvSpPr>
          <p:nvPr/>
        </p:nvSpPr>
        <p:spPr>
          <a:xfrm>
            <a:off x="-118982" y="3087513"/>
            <a:ext cx="8229600" cy="1143000"/>
          </a:xfrm>
          <a:prstGeom prst="rect"/>
        </p:spPr>
        <p:txBody>
          <a:bodyPr anchor="ctr" bIns="45720" lIns="91440" rIns="91440" rtlCol="0" tIns="45720" vert="horz">
            <a:normAutofit/>
          </a:bodyPr>
          <a:lstStyle>
            <a:lvl1pPr algn="ctr" defTabSz="457200" eaLnBrk="1" hangingPunct="1" latinLnBrk="0" rtl="0">
              <a:spcBef>
                <a:spcPct val="0"/>
              </a:spcBef>
              <a:buNone/>
              <a:defRPr sz="4400" kern="1200">
                <a:solidFill>
                  <a:srgbClr val="000000"/>
                </a:solidFill>
                <a:latin typeface="+mj-lt"/>
                <a:ea typeface="+mj-ea"/>
                <a:cs typeface="+mj-cs"/>
              </a:defRPr>
            </a:lvl1pPr>
          </a:lstStyle>
          <a:p>
            <a:r>
              <a:t>Introduction to ERP</a:t>
            </a:r>
          </a:p>
        </p:txBody>
      </p:sp>
      <p:sp>
        <p:nvSpPr>
          <p:cNvPr id="1048595" name="Content Placeholder 2"/>
          <p:cNvSpPr>
            <a:spLocks noGrp="1"/>
          </p:cNvSpPr>
          <p:nvPr/>
        </p:nvSpPr>
        <p:spPr>
          <a:xfrm>
            <a:off x="0" y="4595019"/>
            <a:ext cx="8992316" cy="4525963"/>
          </a:xfrm>
          <a:prstGeom prst="rect"/>
        </p:spPr>
        <p:txBody>
          <a:bodyPr bIns="45720" lIns="91440" rIns="91440" rtlCol="0" tIns="45720" vert="horz">
            <a:normAutofit/>
          </a:bodyPr>
          <a:lstStyle>
            <a:lvl1pPr algn="l" defTabSz="457200" eaLnBrk="1" hangingPunct="1" indent="-342900" latinLnBrk="0" marL="342900" rtl="0">
              <a:spcBef>
                <a:spcPct val="20000"/>
              </a:spcBef>
              <a:buFont typeface="Arial"/>
              <a:buChar char="•"/>
              <a:defRPr sz="3200" kern="1200">
                <a:solidFill>
                  <a:srgbClr val="000000"/>
                </a:solidFill>
                <a:latin typeface="+mn-lt"/>
                <a:ea typeface="+mn-ea"/>
                <a:cs typeface="+mn-cs"/>
              </a:defRPr>
            </a:lvl1pPr>
            <a:lvl2pPr algn="l" defTabSz="457200" eaLnBrk="1" hangingPunct="1" indent="-285750" latinLnBrk="0" marL="742950" rtl="0">
              <a:spcBef>
                <a:spcPct val="20000"/>
              </a:spcBef>
              <a:buFont typeface="Arial"/>
              <a:buChar char="–"/>
              <a:defRPr sz="2800" kern="1200">
                <a:solidFill>
                  <a:srgbClr val="000000"/>
                </a:solidFill>
                <a:latin typeface="+mn-lt"/>
                <a:ea typeface="+mn-ea"/>
                <a:cs typeface="+mn-cs"/>
              </a:defRPr>
            </a:lvl2pPr>
            <a:lvl3pPr algn="l" defTabSz="457200" eaLnBrk="1" hangingPunct="1" indent="-228600" latinLnBrk="0" marL="1143000" rtl="0">
              <a:spcBef>
                <a:spcPct val="20000"/>
              </a:spcBef>
              <a:buFont typeface="Arial"/>
              <a:buChar char="•"/>
              <a:defRPr sz="2400" kern="1200">
                <a:solidFill>
                  <a:srgbClr val="000000"/>
                </a:solidFill>
                <a:latin typeface="+mn-lt"/>
                <a:ea typeface="+mn-ea"/>
                <a:cs typeface="+mn-cs"/>
              </a:defRPr>
            </a:lvl3pPr>
            <a:lvl4pPr algn="l" defTabSz="457200" eaLnBrk="1" hangingPunct="1" indent="-228600" latinLnBrk="0" marL="1600200" rtl="0">
              <a:spcBef>
                <a:spcPct val="20000"/>
              </a:spcBef>
              <a:buFont typeface="Arial"/>
              <a:buChar char="–"/>
              <a:defRPr sz="2000" kern="1200">
                <a:solidFill>
                  <a:srgbClr val="000000"/>
                </a:solidFill>
                <a:latin typeface="+mn-lt"/>
                <a:ea typeface="+mn-ea"/>
                <a:cs typeface="+mn-cs"/>
              </a:defRPr>
            </a:lvl4pPr>
            <a:lvl5pPr algn="l" defTabSz="457200" eaLnBrk="1" hangingPunct="1" indent="-228600" latinLnBrk="0" marL="2057400" rtl="0">
              <a:spcBef>
                <a:spcPct val="20000"/>
              </a:spcBef>
              <a:buFont typeface="Arial"/>
              <a:buChar char="»"/>
              <a:defRPr sz="2000" kern="1200">
                <a:solidFill>
                  <a:srgbClr val="000000"/>
                </a:solidFill>
                <a:latin typeface="+mn-lt"/>
                <a:ea typeface="+mn-ea"/>
                <a:cs typeface="+mn-cs"/>
              </a:defRPr>
            </a:lvl5pPr>
            <a:lvl6pPr algn="l" defTabSz="457200" eaLnBrk="1" hangingPunct="1" indent="-228600" latinLnBrk="0" marL="2514600" rtl="0">
              <a:spcBef>
                <a:spcPct val="20000"/>
              </a:spcBef>
              <a:buFont typeface="Arial"/>
              <a:buChar char="•"/>
              <a:defRPr sz="2000" kern="1200">
                <a:solidFill>
                  <a:srgbClr val="000000"/>
                </a:solidFill>
                <a:latin typeface="+mn-lt"/>
                <a:ea typeface="+mn-ea"/>
                <a:cs typeface="+mn-cs"/>
              </a:defRPr>
            </a:lvl6pPr>
            <a:lvl7pPr algn="l" defTabSz="457200" eaLnBrk="1" hangingPunct="1" indent="-228600" latinLnBrk="0" marL="2971800" rtl="0">
              <a:spcBef>
                <a:spcPct val="20000"/>
              </a:spcBef>
              <a:buFont typeface="Arial"/>
              <a:buChar char="•"/>
              <a:defRPr sz="2000" kern="1200">
                <a:solidFill>
                  <a:srgbClr val="000000"/>
                </a:solidFill>
                <a:latin typeface="+mn-lt"/>
                <a:ea typeface="+mn-ea"/>
                <a:cs typeface="+mn-cs"/>
              </a:defRPr>
            </a:lvl7pPr>
            <a:lvl8pPr algn="l" defTabSz="457200" eaLnBrk="1" hangingPunct="1" indent="-228600" latinLnBrk="0" marL="3429000" rtl="0">
              <a:spcBef>
                <a:spcPct val="20000"/>
              </a:spcBef>
              <a:buFont typeface="Arial"/>
              <a:buChar char="•"/>
              <a:defRPr sz="2000" kern="1200">
                <a:solidFill>
                  <a:srgbClr val="000000"/>
                </a:solidFill>
                <a:latin typeface="+mn-lt"/>
                <a:ea typeface="+mn-ea"/>
                <a:cs typeface="+mn-cs"/>
              </a:defRPr>
            </a:lvl8pPr>
            <a:lvl9pPr algn="l" defTabSz="457200" eaLnBrk="1" hangingPunct="1" indent="-228600" latinLnBrk="0" marL="3886200" rtl="0">
              <a:spcBef>
                <a:spcPct val="20000"/>
              </a:spcBef>
              <a:buFont typeface="Arial"/>
              <a:buChar char="•"/>
              <a:defRPr sz="2000" kern="1200">
                <a:solidFill>
                  <a:srgbClr val="000000"/>
                </a:solidFill>
                <a:latin typeface="+mn-lt"/>
                <a:ea typeface="+mn-ea"/>
                <a:cs typeface="+mn-cs"/>
              </a:defRPr>
            </a:lvl9pPr>
          </a:lstStyle>
          <a:p>
            <a:r>
              <a:t>ERP stands for Enterprise Resource Planning. It integrates business processes into one system.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p:grpSpPr>
      <p:sp>
        <p:nvSpPr>
          <p:cNvPr id="1048586" name="Title 1"/>
          <p:cNvSpPr>
            <a:spLocks noGrp="1"/>
          </p:cNvSpPr>
          <p:nvPr>
            <p:ph type="title"/>
          </p:nvPr>
        </p:nvSpPr>
        <p:spPr/>
        <p:txBody>
          <a:bodyPr/>
          <a:p>
            <a:r>
              <a:t>History of ERP</a:t>
            </a:r>
          </a:p>
        </p:txBody>
      </p:sp>
      <p:sp>
        <p:nvSpPr>
          <p:cNvPr id="1048748" name=""/>
          <p:cNvSpPr txBox="1"/>
          <p:nvPr/>
        </p:nvSpPr>
        <p:spPr>
          <a:xfrm>
            <a:off x="380284" y="1619597"/>
            <a:ext cx="8383433" cy="2186940"/>
          </a:xfrm>
          <a:prstGeom prst="rect"/>
        </p:spPr>
        <p:txBody>
          <a:bodyPr rtlCol="0" wrap="square">
            <a:spAutoFit/>
          </a:bodyPr>
          <a:p>
            <a:r>
              <a:rPr sz="2800" lang="en-IN">
                <a:solidFill>
                  <a:srgbClr val="000000"/>
                </a:solidFill>
              </a:rPr>
              <a:t>ERP (Enterprise Resource Planning) is a business management system that integrates different business processes such as finance, human resources, inventory, manufacturing, and sales into one unified system.</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p:grpSpPr>
      <p:sp>
        <p:nvSpPr>
          <p:cNvPr id="1048588" name="Title 1"/>
          <p:cNvSpPr>
            <a:spLocks noGrp="1"/>
          </p:cNvSpPr>
          <p:nvPr>
            <p:ph type="title"/>
          </p:nvPr>
        </p:nvSpPr>
        <p:spPr/>
        <p:txBody>
          <a:bodyPr/>
          <a:p>
            <a:r>
              <a:t>Role of ERP</a:t>
            </a:r>
          </a:p>
        </p:txBody>
      </p:sp>
      <p:sp>
        <p:nvSpPr>
          <p:cNvPr id="1048589" name="Content Placeholder 2"/>
          <p:cNvSpPr>
            <a:spLocks noGrp="1"/>
          </p:cNvSpPr>
          <p:nvPr>
            <p:ph idx="1"/>
          </p:nvPr>
        </p:nvSpPr>
        <p:spPr/>
        <p:txBody>
          <a:bodyPr/>
          <a:p>
            <a:r>
              <a:rPr altLang="en-US" lang="zh-CN"/>
              <a:t>Improves Decision-Making</a:t>
            </a:r>
            <a:endParaRPr altLang="en-US" lang="zh-CN"/>
          </a:p>
          <a:p>
            <a:r>
              <a:rPr altLang="en-US" lang="zh-CN"/>
              <a:t>Increases Productivity</a:t>
            </a:r>
            <a:endParaRPr altLang="en-US" lang="zh-CN"/>
          </a:p>
          <a:p>
            <a:r>
              <a:rPr altLang="en-IN" lang="en-US"/>
              <a:t>Integration of Business Functions</a:t>
            </a:r>
            <a:endParaRPr altLang="en-US" lang="zh-CN"/>
          </a:p>
          <a:p>
            <a:r>
              <a:rPr altLang="en-IN" lang="en-US"/>
              <a:t>Better Data Management</a:t>
            </a:r>
            <a:endParaRPr altLang="en-US" lang="zh-CN"/>
          </a:p>
          <a:p>
            <a:r>
              <a:rPr altLang="en-IN" lang="en-US"/>
              <a:t>Enhances Communication</a:t>
            </a:r>
            <a:endParaRPr altLang="en-US" lang="zh-CN"/>
          </a:p>
          <a:p>
            <a:r>
              <a:rPr altLang="en-IN" lang="en-US"/>
              <a:t>Inventory and Supply Chain Management</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p:grpSpPr>
      <p:sp>
        <p:nvSpPr>
          <p:cNvPr id="1048596" name="Title 1"/>
          <p:cNvSpPr>
            <a:spLocks noGrp="1"/>
          </p:cNvSpPr>
          <p:nvPr>
            <p:ph type="title"/>
          </p:nvPr>
        </p:nvSpPr>
        <p:spPr/>
        <p:txBody>
          <a:bodyPr/>
          <a:p>
            <a:r>
              <a:t>Benefits of ERP</a:t>
            </a:r>
          </a:p>
        </p:txBody>
      </p:sp>
      <p:sp>
        <p:nvSpPr>
          <p:cNvPr id="1048597" name="Content Placeholder 2"/>
          <p:cNvSpPr>
            <a:spLocks noGrp="1"/>
          </p:cNvSpPr>
          <p:nvPr>
            <p:ph idx="1"/>
          </p:nvPr>
        </p:nvSpPr>
        <p:spPr>
          <a:xfrm>
            <a:off x="483242" y="2004153"/>
            <a:ext cx="8203558" cy="4122010"/>
          </a:xfrm>
        </p:spPr>
        <p:txBody>
          <a:bodyPr/>
          <a:p>
            <a:r>
              <a:t> Increased efficiency</a:t>
            </a:r>
          </a:p>
          <a:p>
            <a:r>
              <a:t> Better reporting</a:t>
            </a:r>
          </a:p>
          <a:p>
            <a:r>
              <a:rPr altLang="en-IN" lang="en-US"/>
              <a:t> </a:t>
            </a:r>
            <a:r>
              <a:t>Reduced costs</a:t>
            </a:r>
            <a:endParaRPr altLang="en-US" lang="zh-CN"/>
          </a:p>
          <a:p>
            <a:r>
              <a:t> Improved productivity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p:grpSpPr>
      <p:sp>
        <p:nvSpPr>
          <p:cNvPr id="1048599" name="Title 1"/>
          <p:cNvSpPr>
            <a:spLocks noGrp="1"/>
          </p:cNvSpPr>
          <p:nvPr>
            <p:ph type="title"/>
          </p:nvPr>
        </p:nvSpPr>
        <p:spPr/>
        <p:txBody>
          <a:bodyPr/>
          <a:p>
            <a:r>
              <a:t>Features of ERP</a:t>
            </a:r>
          </a:p>
        </p:txBody>
      </p:sp>
      <p:sp>
        <p:nvSpPr>
          <p:cNvPr id="1048600" name="Content Placeholder 2"/>
          <p:cNvSpPr>
            <a:spLocks noGrp="1"/>
          </p:cNvSpPr>
          <p:nvPr>
            <p:ph idx="1"/>
          </p:nvPr>
        </p:nvSpPr>
        <p:spPr>
          <a:xfrm>
            <a:off x="468051" y="2104713"/>
            <a:ext cx="8218749" cy="4021450"/>
          </a:xfrm>
        </p:spPr>
        <p:txBody>
          <a:bodyPr/>
          <a:p>
            <a:r>
              <a:t> Real-time processing</a:t>
            </a:r>
          </a:p>
          <a:p>
            <a:r>
              <a:rPr altLang="en-IN" lang="en-US"/>
              <a:t> </a:t>
            </a:r>
            <a:r>
              <a:t>Integrated modules</a:t>
            </a:r>
            <a:endParaRPr altLang="en-US" lang="zh-CN"/>
          </a:p>
          <a:p>
            <a:r>
              <a:t> Reporting tools</a:t>
            </a:r>
          </a:p>
          <a:p>
            <a:r>
              <a:t> Automation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p:grpSpPr>
      <p:sp>
        <p:nvSpPr>
          <p:cNvPr id="1048678" name="Title 1"/>
          <p:cNvSpPr>
            <a:spLocks noGrp="1"/>
          </p:cNvSpPr>
          <p:nvPr>
            <p:ph type="title"/>
          </p:nvPr>
        </p:nvSpPr>
        <p:spPr/>
        <p:txBody>
          <a:bodyPr/>
          <a:p>
            <a:r>
              <a:t>Types of ERP</a:t>
            </a:r>
          </a:p>
        </p:txBody>
      </p:sp>
      <p:sp>
        <p:nvSpPr>
          <p:cNvPr id="1048679" name="Content Placeholder 2"/>
          <p:cNvSpPr>
            <a:spLocks noGrp="1"/>
          </p:cNvSpPr>
          <p:nvPr>
            <p:ph idx="1"/>
          </p:nvPr>
        </p:nvSpPr>
        <p:spPr>
          <a:xfrm>
            <a:off x="560286" y="2025567"/>
            <a:ext cx="8126514" cy="4100596"/>
          </a:xfrm>
        </p:spPr>
        <p:txBody>
          <a:bodyPr/>
          <a:p>
            <a:r>
              <a:t> On-premise ERP</a:t>
            </a:r>
          </a:p>
          <a:p>
            <a:r>
              <a:t> Cloud ERP</a:t>
            </a:r>
          </a:p>
          <a:p>
            <a:r>
              <a:t> Hybrid ERP</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p:grpSpPr>
      <p:sp>
        <p:nvSpPr>
          <p:cNvPr id="1048680" name="Title 1"/>
          <p:cNvSpPr>
            <a:spLocks noGrp="1"/>
          </p:cNvSpPr>
          <p:nvPr>
            <p:ph type="title"/>
          </p:nvPr>
        </p:nvSpPr>
        <p:spPr/>
        <p:txBody>
          <a:bodyPr/>
          <a:p>
            <a:r>
              <a:t>ERP Modules</a:t>
            </a:r>
          </a:p>
        </p:txBody>
      </p:sp>
      <p:sp>
        <p:nvSpPr>
          <p:cNvPr id="1048681" name="Content Placeholder 2"/>
          <p:cNvSpPr>
            <a:spLocks noGrp="1"/>
          </p:cNvSpPr>
          <p:nvPr>
            <p:ph idx="1"/>
          </p:nvPr>
        </p:nvSpPr>
        <p:spPr>
          <a:xfrm>
            <a:off x="535328" y="1912714"/>
            <a:ext cx="8151472" cy="4213449"/>
          </a:xfrm>
        </p:spPr>
        <p:txBody>
          <a:bodyPr/>
          <a:p>
            <a:r>
              <a:t>Finance</a:t>
            </a:r>
          </a:p>
          <a:p>
            <a:r>
              <a:t>Human Resources</a:t>
            </a:r>
          </a:p>
          <a:p>
            <a:r>
              <a:t>Inventory</a:t>
            </a:r>
          </a:p>
          <a:p>
            <a:r>
              <a:t>Sales</a:t>
            </a:r>
          </a:p>
          <a:p>
            <a:r>
              <a:t>Supply Chain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p:grpSpPr>
      <p:sp>
        <p:nvSpPr>
          <p:cNvPr id="1048682" name="Title 1"/>
          <p:cNvSpPr>
            <a:spLocks noGrp="1"/>
          </p:cNvSpPr>
          <p:nvPr>
            <p:ph type="title"/>
          </p:nvPr>
        </p:nvSpPr>
        <p:spPr>
          <a:xfrm>
            <a:off x="530680" y="1409113"/>
            <a:ext cx="8229600" cy="1143000"/>
          </a:xfrm>
        </p:spPr>
        <p:txBody>
          <a:bodyPr/>
          <a:p>
            <a:r>
              <a:t>ERP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t> CRM</a:t>
            </a:r>
            <a:endParaRPr altLang="en-US" lang="zh-CN"/>
          </a:p>
        </p:txBody>
      </p:sp>
      <p:graphicFrame>
        <p:nvGraphicFramePr>
          <p:cNvPr id="4194306" name=""/>
          <p:cNvGraphicFramePr>
            <a:graphicFrameLocks/>
          </p:cNvGraphicFramePr>
          <p:nvPr/>
        </p:nvGraphicFramePr>
        <p:xfrm>
          <a:off x="530680" y="1650843"/>
          <a:ext cx="8082642" cy="2966720"/>
        </p:xfrm>
        <a:graphic>
          <a:graphicData uri="http://schemas.openxmlformats.org/drawingml/2006/table">
            <a:tbl>
              <a:tblPr firstRow="1" bandRow="1">
                <a:tableStyleId>{5940675A-B579-460E-94D1-54222C63F5DA}</a:tableStyleId>
              </a:tblPr>
              <a:tblGrid>
                <a:gridCol w="4041320"/>
                <a:gridCol w="4041320"/>
              </a:tblGrid>
              <a:tr h="741680">
                <a:tc>
                  <a:txBody>
                    <a:bodyPr/>
                    <a:lstStyle/>
                    <a:p>
                      <a:endParaRPr altLang="en-US" lang="en-IN"/>
                    </a:p>
                  </a:txBody>
                  <a:tcPr/>
                </a:tc>
                <a:tc>
                  <a:txBody>
                    <a:bodyPr/>
                    <a:lstStyle/>
                    <a:p>
                      <a:r>
                        <a:rPr altLang="en-IN" lang="en-US"/>
                        <a:t> </a:t>
                      </a:r>
                      <a:r>
                        <a:rPr altLang="en-IN" lang="en-US"/>
                        <a:t> </a:t>
                      </a:r>
                      <a:endParaRPr altLang="en-US" lang="en-IN"/>
                    </a:p>
                  </a:txBody>
                  <a:tcPr/>
                </a:tc>
              </a:tr>
              <a:tr h="741680">
                <a:tc>
                  <a:txBody>
                    <a:bodyPr/>
                    <a:lstStyle/>
                    <a:p>
                      <a:r>
                        <a:rPr altLang="en-US" lang="en-IN"/>
                        <a:t>ERP is a system used to manage and integrate core business processes.</a:t>
                      </a:r>
                      <a:endParaRPr altLang="en-US" lang="en-IN"/>
                    </a:p>
                  </a:txBody>
                  <a:tcPr/>
                </a:tc>
                <a:tc>
                  <a:txBody>
                    <a:bodyPr/>
                    <a:lstStyle/>
                    <a:p>
                      <a:r>
                        <a:rPr altLang="en-US" lang="en-IN"/>
                        <a:t>CRM is a system used to manage customer interactions and relationships.</a:t>
                      </a:r>
                      <a:endParaRPr altLang="en-US" lang="en-IN"/>
                    </a:p>
                  </a:txBody>
                  <a:tcPr/>
                </a:tc>
              </a:tr>
              <a:tr h="741680">
                <a:tc>
                  <a:txBody>
                    <a:bodyPr/>
                    <a:lstStyle/>
                    <a:p>
                      <a:r>
                        <a:rPr altLang="en-IN" lang="en-US"/>
                        <a:t>Increases operational efficiency</a:t>
                      </a:r>
                      <a:endParaRPr altLang="en-US" lang="en-IN"/>
                    </a:p>
                  </a:txBody>
                  <a:tcPr/>
                </a:tc>
                <a:tc>
                  <a:txBody>
                    <a:bodyPr/>
                    <a:lstStyle/>
                    <a:p>
                      <a:r>
                        <a:rPr altLang="en-US" lang="en-IN"/>
                        <a:t>Increases customer loyalty and revenue</a:t>
                      </a:r>
                      <a:endParaRPr altLang="en-US" lang="en-IN"/>
                    </a:p>
                  </a:txBody>
                  <a:tcPr/>
                </a:tc>
              </a:tr>
              <a:tr h="741680">
                <a:tc>
                  <a:txBody>
                    <a:bodyPr/>
                    <a:lstStyle/>
                    <a:p>
                      <a:r>
                        <a:rPr altLang="en-IN" lang="en-US"/>
                        <a:t>Improves overall business efficiency</a:t>
                      </a:r>
                      <a:endParaRPr altLang="en-US" lang="en-IN"/>
                    </a:p>
                  </a:txBody>
                  <a:tcPr/>
                </a:tc>
                <a:tc>
                  <a:txBody>
                    <a:bodyPr/>
                    <a:lstStyle/>
                    <a:p>
                      <a:r>
                        <a:rPr altLang="en-US" lang="en-IN"/>
                        <a:t>Improves customer satisfaction and sales</a:t>
                      </a:r>
                      <a:endParaRPr altLang="en-US" lang="en-IN"/>
                    </a:p>
                  </a:txBody>
                  <a:tcPr/>
                </a:tc>
              </a:tr>
            </a:tbl>
          </a:graphicData>
        </a:graphic>
      </p:graphicFrame>
      <p:graphicFrame>
        <p:nvGraphicFramePr>
          <p:cNvPr id="4194308" name=""/>
          <p:cNvGraphicFramePr>
            <a:graphicFrameLocks/>
          </p:cNvGraphicFramePr>
          <p:nvPr/>
        </p:nvGraphicFramePr>
        <p:xfrm>
          <a:off x="6979391" y="12115920"/>
          <a:ext cx="4041320" cy="271426"/>
        </p:xfrm>
        <a:graphic>
          <a:graphicData uri="http://schemas.openxmlformats.org/drawingml/2006/table">
            <a:tbl>
              <a:tblPr firstRow="1" bandRow="1">
                <a:tableStyleId>{5940675A-B579-460E-94D1-54222C63F5DA}</a:tableStyleId>
              </a:tblPr>
              <a:tblGrid>
                <a:gridCol w="4041320"/>
              </a:tblGrid>
              <a:tr h="135713">
                <a:tc>
                  <a:txBody>
                    <a:bodyPr/>
                    <a:p>
                      <a:endParaRPr altLang="en-US" lang="en-IN"/>
                    </a:p>
                  </a:txBody>
                </a:tc>
              </a:tr>
              <a:tr h="135713">
                <a:tc>
                  <a:txBody>
                    <a:bodyPr/>
                    <a:lstStyle/>
                    <a:p>
                      <a:endParaRPr altLang="en-US" lang="en-IN"/>
                    </a:p>
                  </a:txBody>
                </a:tc>
              </a:tr>
            </a:tbl>
          </a:graphicData>
        </a:graphic>
      </p:graphicFrame>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p:grpSpPr>
      <p:sp>
        <p:nvSpPr>
          <p:cNvPr id="1048684" name="Title 1"/>
          <p:cNvSpPr>
            <a:spLocks noGrp="1"/>
          </p:cNvSpPr>
          <p:nvPr>
            <p:ph type="title"/>
          </p:nvPr>
        </p:nvSpPr>
        <p:spPr>
          <a:xfrm>
            <a:off x="348524" y="0"/>
            <a:ext cx="8229600" cy="1143000"/>
          </a:xfrm>
        </p:spPr>
        <p:txBody>
          <a:bodyPr/>
          <a:p>
            <a:r>
              <a:t>Advantages of ERP</a:t>
            </a:r>
          </a:p>
        </p:txBody>
      </p:sp>
      <p:sp>
        <p:nvSpPr>
          <p:cNvPr id="1048685" name="Content Placeholder 2"/>
          <p:cNvSpPr>
            <a:spLocks noGrp="1"/>
          </p:cNvSpPr>
          <p:nvPr>
            <p:ph idx="1"/>
          </p:nvPr>
        </p:nvSpPr>
        <p:spPr>
          <a:xfrm>
            <a:off x="457200" y="1166019"/>
            <a:ext cx="8500311" cy="5603434"/>
          </a:xfrm>
        </p:spPr>
        <p:txBody>
          <a:bodyPr>
            <a:normAutofit fontScale="96875"/>
          </a:bodyPr>
          <a:p>
            <a:r>
              <a:t>ERP improves workflow, communication, and resource management.</a:t>
            </a:r>
          </a:p>
          <a:p>
            <a:r>
              <a:rPr altLang="en-IN" lang="en-US"/>
              <a:t>Provides immediate, company-wide data access to decision-makers, allowing for better forecasting and faster, informed decision-making.</a:t>
            </a:r>
            <a:endParaRPr altLang="en-US" lang="zh-CN"/>
          </a:p>
          <a:p>
            <a:r>
              <a:rPr altLang="en-IN" lang="en-US"/>
              <a:t>Modern ERP systems, especially cloud-based ones, are designed to grow with your business, offering high flexibility and easy adaptation to new requirements.</a:t>
            </a:r>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p:grpSpPr>
      <p:sp>
        <p:nvSpPr>
          <p:cNvPr id="1048686" name="Title 1"/>
          <p:cNvSpPr>
            <a:spLocks noGrp="1"/>
          </p:cNvSpPr>
          <p:nvPr>
            <p:ph type="title"/>
          </p:nvPr>
        </p:nvSpPr>
        <p:spPr/>
        <p:txBody>
          <a:bodyPr>
            <a:normAutofit fontScale="90000"/>
          </a:bodyPr>
          <a:p>
            <a:r>
              <a:t>Challenges in ERP Implementation</a:t>
            </a:r>
          </a:p>
        </p:txBody>
      </p:sp>
      <p:sp>
        <p:nvSpPr>
          <p:cNvPr id="1048687" name="Content Placeholder 2"/>
          <p:cNvSpPr>
            <a:spLocks noGrp="1"/>
          </p:cNvSpPr>
          <p:nvPr>
            <p:ph idx="1"/>
          </p:nvPr>
        </p:nvSpPr>
        <p:spPr>
          <a:xfrm>
            <a:off x="509284" y="2053780"/>
            <a:ext cx="8177515" cy="4072383"/>
          </a:xfrm>
        </p:spPr>
        <p:txBody>
          <a:bodyPr/>
          <a:p>
            <a:r>
              <a:t> High cost</a:t>
            </a:r>
          </a:p>
          <a:p>
            <a:r>
              <a:t> Employee training</a:t>
            </a:r>
          </a:p>
          <a:p>
            <a:r>
              <a:t> Data migration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p:grpSpPr>
      <p:sp>
        <p:nvSpPr>
          <p:cNvPr id="1048688" name="Title 1"/>
          <p:cNvSpPr>
            <a:spLocks noGrp="1"/>
          </p:cNvSpPr>
          <p:nvPr>
            <p:ph type="title"/>
          </p:nvPr>
        </p:nvSpPr>
        <p:spPr/>
        <p:txBody>
          <a:bodyPr>
            <a:normAutofit fontScale="90000"/>
          </a:bodyPr>
          <a:p>
            <a:r>
              <a:t>Future Scope of Information Technology</a:t>
            </a:r>
          </a:p>
        </p:txBody>
      </p:sp>
      <p:sp>
        <p:nvSpPr>
          <p:cNvPr id="1048751" name=""/>
          <p:cNvSpPr txBox="1"/>
          <p:nvPr/>
        </p:nvSpPr>
        <p:spPr>
          <a:xfrm>
            <a:off x="175102" y="1706880"/>
            <a:ext cx="8793795" cy="3444240"/>
          </a:xfrm>
          <a:prstGeom prst="rect"/>
        </p:spPr>
        <p:txBody>
          <a:bodyPr rtlCol="0" wrap="square">
            <a:spAutoFit/>
          </a:bodyPr>
          <a:p>
            <a:r>
              <a:rPr sz="2800" lang="en-IN">
                <a:solidFill>
                  <a:srgbClr val="000000"/>
                </a:solidFill>
              </a:rPr>
              <a:t>The future scope of Information Technology (IT) is vast, booming, and critical for global infrastructure, driven by AI, cloud computing, and cybersecurity. As of 2026, over 85% of enterprises are adopting cloud systems, and AI is moving from experimentation to execution, creating high demand for skilled professionals in software development and data analytics.</a:t>
            </a:r>
            <a:endParaRPr sz="2800" lang="en-IN">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17" name=""/>
        <p:cNvGrpSpPr/>
        <p:nvPr/>
      </p:nvGrpSpPr>
      <p:grpSpPr>
        <a:xfrm/>
      </p:grpSpPr>
      <p:sp>
        <p:nvSpPr>
          <p:cNvPr id="1048690" name="Title 1"/>
          <p:cNvSpPr>
            <a:spLocks noGrp="1"/>
          </p:cNvSpPr>
          <p:nvPr>
            <p:ph type="title"/>
          </p:nvPr>
        </p:nvSpPr>
        <p:spPr/>
        <p:txBody>
          <a:bodyPr/>
          <a:p>
            <a:r>
              <a:t>Emerging Technologies</a:t>
            </a:r>
          </a:p>
        </p:txBody>
      </p:sp>
      <p:sp>
        <p:nvSpPr>
          <p:cNvPr id="1048691" name="Content Placeholder 2"/>
          <p:cNvSpPr>
            <a:spLocks noGrp="1"/>
          </p:cNvSpPr>
          <p:nvPr>
            <p:ph idx="1"/>
          </p:nvPr>
        </p:nvSpPr>
        <p:spPr/>
        <p:txBody>
          <a:bodyPr/>
          <a:p>
            <a:r>
              <a:t> Artificial Intelligence</a:t>
            </a:r>
          </a:p>
          <a:p>
            <a:r>
              <a:t> Blockchain</a:t>
            </a:r>
          </a:p>
          <a:p>
            <a:r>
              <a:t> Quantum Computing</a:t>
            </a:r>
          </a:p>
          <a:p>
            <a:r>
              <a:t> Internet of Things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p:grpSpPr>
      <p:sp>
        <p:nvSpPr>
          <p:cNvPr id="1048692" name="Title 1"/>
          <p:cNvSpPr>
            <a:spLocks noGrp="1"/>
          </p:cNvSpPr>
          <p:nvPr>
            <p:ph type="title"/>
          </p:nvPr>
        </p:nvSpPr>
        <p:spPr/>
        <p:txBody>
          <a:bodyPr/>
          <a:p>
            <a:r>
              <a:t>Career Opportunities in IT</a:t>
            </a:r>
          </a:p>
        </p:txBody>
      </p:sp>
      <p:sp>
        <p:nvSpPr>
          <p:cNvPr id="1048693" name="Content Placeholder 2"/>
          <p:cNvSpPr>
            <a:spLocks noGrp="1"/>
          </p:cNvSpPr>
          <p:nvPr>
            <p:ph idx="1"/>
          </p:nvPr>
        </p:nvSpPr>
        <p:spPr>
          <a:xfrm>
            <a:off x="276920" y="1847864"/>
            <a:ext cx="8737683" cy="4025850"/>
          </a:xfrm>
        </p:spPr>
        <p:txBody>
          <a:bodyPr/>
          <a:p>
            <a:r>
              <a:t> Software Developer</a:t>
            </a:r>
          </a:p>
          <a:p>
            <a:r>
              <a:t> Data Scientist</a:t>
            </a:r>
          </a:p>
          <a:p>
            <a:r>
              <a:t> Cybersecurity Analyst</a:t>
            </a:r>
          </a:p>
          <a:p>
            <a:r>
              <a:t> ERP Consultant</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p:grpSpPr>
      <p:sp>
        <p:nvSpPr>
          <p:cNvPr id="1048694" name="Title 1"/>
          <p:cNvSpPr>
            <a:spLocks noGrp="1"/>
          </p:cNvSpPr>
          <p:nvPr>
            <p:ph type="title"/>
          </p:nvPr>
        </p:nvSpPr>
        <p:spPr/>
        <p:txBody>
          <a:bodyPr/>
          <a:p>
            <a:r>
              <a:t>Conclusion</a:t>
            </a:r>
          </a:p>
        </p:txBody>
      </p:sp>
      <p:sp>
        <p:nvSpPr>
          <p:cNvPr id="1048695" name="Content Placeholder 2"/>
          <p:cNvSpPr>
            <a:spLocks noGrp="1"/>
          </p:cNvSpPr>
          <p:nvPr>
            <p:ph idx="1"/>
          </p:nvPr>
        </p:nvSpPr>
        <p:spPr>
          <a:xfrm>
            <a:off x="401858" y="2012545"/>
            <a:ext cx="8284942" cy="4113618"/>
          </a:xfrm>
        </p:spPr>
        <p:txBody>
          <a:bodyPr/>
          <a:p>
            <a:r>
              <a:t>Information Technology and ERP systems are essential for modern business and society.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0"/>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p:grpSpPr>
      <p:sp>
        <p:nvSpPr>
          <p:cNvPr id="1048696" name="Title 1"/>
          <p:cNvSpPr>
            <a:spLocks noGrp="1"/>
          </p:cNvSpPr>
          <p:nvPr>
            <p:ph type="title"/>
          </p:nvPr>
        </p:nvSpPr>
        <p:spPr>
          <a:xfrm>
            <a:off x="457200" y="963231"/>
            <a:ext cx="8229600" cy="4320625"/>
          </a:xfrm>
        </p:spPr>
        <p:txBody>
          <a:bodyPr/>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Macintosh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moto g54 5G</dc:creator>
  <cp:lastModifiedBy>Steve Canny</cp:lastModifiedBy>
  <dcterms:created xsi:type="dcterms:W3CDTF">2013-01-25T02:14:16Z</dcterms:created>
  <dcterms:modified xsi:type="dcterms:W3CDTF">2026-05-11T10:57:55Z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7e15a4fd0b7446ffa47be10c22c4c2ef</vt:lpwstr>
  </property>
</Properties>
</file>